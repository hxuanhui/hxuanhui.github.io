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72" r:id="rId7"/>
    <p:sldId id="261" r:id="rId8"/>
    <p:sldId id="262" r:id="rId9"/>
    <p:sldId id="273" r:id="rId10"/>
    <p:sldId id="275" r:id="rId11"/>
    <p:sldId id="263" r:id="rId12"/>
    <p:sldId id="264" r:id="rId13"/>
    <p:sldId id="265" r:id="rId14"/>
    <p:sldId id="266" r:id="rId15"/>
    <p:sldId id="267" r:id="rId16"/>
    <p:sldId id="268" r:id="rId17"/>
    <p:sldId id="269" r:id="rId18"/>
    <p:sldId id="270" r:id="rId19"/>
    <p:sldId id="271"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F7E0"/>
    <a:srgbClr val="9AA6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F5D5A0-5515-429C-AE7A-ECB5560CFA20}" v="1031" dt="2025-10-28T08:56:30.0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26" autoAdjust="0"/>
    <p:restoredTop sz="87271" autoAdjust="0"/>
  </p:normalViewPr>
  <p:slideViewPr>
    <p:cSldViewPr snapToGrid="0" snapToObjects="1">
      <p:cViewPr varScale="1">
        <p:scale>
          <a:sx n="102" d="100"/>
          <a:sy n="102" d="100"/>
        </p:scale>
        <p:origin x="98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黃暄惠" userId="d5d15662-9c88-4d79-9af8-89639c2cd128" providerId="ADAL" clId="{6FA9E35D-CB50-4194-82DB-40C7C6BD4235}"/>
    <pc:docChg chg="undo custSel addSld delSld modSld sldOrd">
      <pc:chgData name="黃暄惠" userId="d5d15662-9c88-4d79-9af8-89639c2cd128" providerId="ADAL" clId="{6FA9E35D-CB50-4194-82DB-40C7C6BD4235}" dt="2025-10-28T08:56:37.977" v="3968" actId="20577"/>
      <pc:docMkLst>
        <pc:docMk/>
      </pc:docMkLst>
      <pc:sldChg chg="modNotesTx">
        <pc:chgData name="黃暄惠" userId="d5d15662-9c88-4d79-9af8-89639c2cd128" providerId="ADAL" clId="{6FA9E35D-CB50-4194-82DB-40C7C6BD4235}" dt="2025-10-17T06:01:52.906" v="64" actId="20577"/>
        <pc:sldMkLst>
          <pc:docMk/>
          <pc:sldMk cId="0" sldId="256"/>
        </pc:sldMkLst>
      </pc:sldChg>
      <pc:sldChg chg="modNotesTx">
        <pc:chgData name="黃暄惠" userId="d5d15662-9c88-4d79-9af8-89639c2cd128" providerId="ADAL" clId="{6FA9E35D-CB50-4194-82DB-40C7C6BD4235}" dt="2025-10-17T06:14:57.119" v="392" actId="20577"/>
        <pc:sldMkLst>
          <pc:docMk/>
          <pc:sldMk cId="0" sldId="258"/>
        </pc:sldMkLst>
      </pc:sldChg>
      <pc:sldChg chg="modNotesTx">
        <pc:chgData name="黃暄惠" userId="d5d15662-9c88-4d79-9af8-89639c2cd128" providerId="ADAL" clId="{6FA9E35D-CB50-4194-82DB-40C7C6BD4235}" dt="2025-10-17T06:25:17.990" v="665" actId="20577"/>
        <pc:sldMkLst>
          <pc:docMk/>
          <pc:sldMk cId="0" sldId="259"/>
        </pc:sldMkLst>
      </pc:sldChg>
      <pc:sldChg chg="addSp delSp modSp mod modNotesTx">
        <pc:chgData name="黃暄惠" userId="d5d15662-9c88-4d79-9af8-89639c2cd128" providerId="ADAL" clId="{6FA9E35D-CB50-4194-82DB-40C7C6BD4235}" dt="2025-10-28T08:56:37.977" v="3968" actId="20577"/>
        <pc:sldMkLst>
          <pc:docMk/>
          <pc:sldMk cId="0" sldId="260"/>
        </pc:sldMkLst>
        <pc:spChg chg="add mod">
          <ac:chgData name="黃暄惠" userId="d5d15662-9c88-4d79-9af8-89639c2cd128" providerId="ADAL" clId="{6FA9E35D-CB50-4194-82DB-40C7C6BD4235}" dt="2025-10-17T06:50:00.662" v="1397" actId="1076"/>
          <ac:spMkLst>
            <pc:docMk/>
            <pc:sldMk cId="0" sldId="260"/>
            <ac:spMk id="2" creationId="{97244EB2-BEF5-5A7B-0F71-A901CCC81618}"/>
          </ac:spMkLst>
        </pc:spChg>
        <pc:spChg chg="add mod">
          <ac:chgData name="黃暄惠" userId="d5d15662-9c88-4d79-9af8-89639c2cd128" providerId="ADAL" clId="{6FA9E35D-CB50-4194-82DB-40C7C6BD4235}" dt="2025-10-17T06:49:39.322" v="1395" actId="164"/>
          <ac:spMkLst>
            <pc:docMk/>
            <pc:sldMk cId="0" sldId="260"/>
            <ac:spMk id="4" creationId="{B6AC75FC-59FE-1587-0577-A708F35FF7A1}"/>
          </ac:spMkLst>
        </pc:spChg>
        <pc:spChg chg="add mod">
          <ac:chgData name="黃暄惠" userId="d5d15662-9c88-4d79-9af8-89639c2cd128" providerId="ADAL" clId="{6FA9E35D-CB50-4194-82DB-40C7C6BD4235}" dt="2025-10-17T06:49:39.322" v="1395" actId="164"/>
          <ac:spMkLst>
            <pc:docMk/>
            <pc:sldMk cId="0" sldId="260"/>
            <ac:spMk id="20" creationId="{EAC74EE0-06D5-BBCD-3CDB-A5AF6F7A50E5}"/>
          </ac:spMkLst>
        </pc:spChg>
        <pc:grpChg chg="add mod">
          <ac:chgData name="黃暄惠" userId="d5d15662-9c88-4d79-9af8-89639c2cd128" providerId="ADAL" clId="{6FA9E35D-CB50-4194-82DB-40C7C6BD4235}" dt="2025-10-17T06:50:04.936" v="1398" actId="1076"/>
          <ac:grpSpMkLst>
            <pc:docMk/>
            <pc:sldMk cId="0" sldId="260"/>
            <ac:grpSpMk id="40" creationId="{65E3B4B7-041F-BC61-1BAE-A0E15B1A7C06}"/>
          </ac:grpSpMkLst>
        </pc:grpChg>
        <pc:picChg chg="add mod">
          <ac:chgData name="黃暄惠" userId="d5d15662-9c88-4d79-9af8-89639c2cd128" providerId="ADAL" clId="{6FA9E35D-CB50-4194-82DB-40C7C6BD4235}" dt="2025-10-17T06:49:39.322" v="1395" actId="164"/>
          <ac:picMkLst>
            <pc:docMk/>
            <pc:sldMk cId="0" sldId="260"/>
            <ac:picMk id="8" creationId="{5341ECFE-1335-1701-67EB-76E7740D4261}"/>
          </ac:picMkLst>
        </pc:picChg>
        <pc:picChg chg="add mod">
          <ac:chgData name="黃暄惠" userId="d5d15662-9c88-4d79-9af8-89639c2cd128" providerId="ADAL" clId="{6FA9E35D-CB50-4194-82DB-40C7C6BD4235}" dt="2025-10-17T06:49:39.322" v="1395" actId="164"/>
          <ac:picMkLst>
            <pc:docMk/>
            <pc:sldMk cId="0" sldId="260"/>
            <ac:picMk id="12" creationId="{6E4B366A-9646-2BC6-2FD8-1AF37795D203}"/>
          </ac:picMkLst>
        </pc:picChg>
        <pc:picChg chg="add mod">
          <ac:chgData name="黃暄惠" userId="d5d15662-9c88-4d79-9af8-89639c2cd128" providerId="ADAL" clId="{6FA9E35D-CB50-4194-82DB-40C7C6BD4235}" dt="2025-10-17T06:49:39.322" v="1395" actId="164"/>
          <ac:picMkLst>
            <pc:docMk/>
            <pc:sldMk cId="0" sldId="260"/>
            <ac:picMk id="31" creationId="{A78E9983-1917-6828-F9D9-46F3813D8D71}"/>
          </ac:picMkLst>
        </pc:picChg>
        <pc:picChg chg="add mod">
          <ac:chgData name="黃暄惠" userId="d5d15662-9c88-4d79-9af8-89639c2cd128" providerId="ADAL" clId="{6FA9E35D-CB50-4194-82DB-40C7C6BD4235}" dt="2025-10-17T06:49:39.322" v="1395" actId="164"/>
          <ac:picMkLst>
            <pc:docMk/>
            <pc:sldMk cId="0" sldId="260"/>
            <ac:picMk id="37" creationId="{2AEF6812-8CD9-7643-6B6A-8DCB49CE2D30}"/>
          </ac:picMkLst>
        </pc:picChg>
        <pc:cxnChg chg="add mod">
          <ac:chgData name="黃暄惠" userId="d5d15662-9c88-4d79-9af8-89639c2cd128" providerId="ADAL" clId="{6FA9E35D-CB50-4194-82DB-40C7C6BD4235}" dt="2025-10-17T06:49:39.322" v="1395" actId="164"/>
          <ac:cxnSpMkLst>
            <pc:docMk/>
            <pc:sldMk cId="0" sldId="260"/>
            <ac:cxnSpMk id="10" creationId="{C5609C27-B36C-B0F6-6166-FF037526657F}"/>
          </ac:cxnSpMkLst>
        </pc:cxnChg>
        <pc:cxnChg chg="add mod">
          <ac:chgData name="黃暄惠" userId="d5d15662-9c88-4d79-9af8-89639c2cd128" providerId="ADAL" clId="{6FA9E35D-CB50-4194-82DB-40C7C6BD4235}" dt="2025-10-17T06:44:28.811" v="1171" actId="1076"/>
          <ac:cxnSpMkLst>
            <pc:docMk/>
            <pc:sldMk cId="0" sldId="260"/>
            <ac:cxnSpMk id="14" creationId="{32CC9295-9EC4-7971-D993-294CFB4D3333}"/>
          </ac:cxnSpMkLst>
        </pc:cxnChg>
        <pc:cxnChg chg="add mod">
          <ac:chgData name="黃暄惠" userId="d5d15662-9c88-4d79-9af8-89639c2cd128" providerId="ADAL" clId="{6FA9E35D-CB50-4194-82DB-40C7C6BD4235}" dt="2025-10-17T06:49:39.322" v="1395" actId="164"/>
          <ac:cxnSpMkLst>
            <pc:docMk/>
            <pc:sldMk cId="0" sldId="260"/>
            <ac:cxnSpMk id="21" creationId="{39248D35-C085-6082-320A-B0BAFF328EFB}"/>
          </ac:cxnSpMkLst>
        </pc:cxnChg>
        <pc:cxnChg chg="add mod">
          <ac:chgData name="黃暄惠" userId="d5d15662-9c88-4d79-9af8-89639c2cd128" providerId="ADAL" clId="{6FA9E35D-CB50-4194-82DB-40C7C6BD4235}" dt="2025-10-17T06:49:39.322" v="1395" actId="164"/>
          <ac:cxnSpMkLst>
            <pc:docMk/>
            <pc:sldMk cId="0" sldId="260"/>
            <ac:cxnSpMk id="28" creationId="{ECE2F9C7-4BEB-18F0-4A43-1C1919C0B3D8}"/>
          </ac:cxnSpMkLst>
        </pc:cxnChg>
      </pc:sldChg>
      <pc:sldChg chg="modNotesTx">
        <pc:chgData name="黃暄惠" userId="d5d15662-9c88-4d79-9af8-89639c2cd128" providerId="ADAL" clId="{6FA9E35D-CB50-4194-82DB-40C7C6BD4235}" dt="2025-10-17T07:14:30.791" v="1775" actId="20577"/>
        <pc:sldMkLst>
          <pc:docMk/>
          <pc:sldMk cId="0" sldId="261"/>
        </pc:sldMkLst>
      </pc:sldChg>
      <pc:sldChg chg="modNotesTx">
        <pc:chgData name="黃暄惠" userId="d5d15662-9c88-4d79-9af8-89639c2cd128" providerId="ADAL" clId="{6FA9E35D-CB50-4194-82DB-40C7C6BD4235}" dt="2025-10-17T07:35:07.363" v="2344" actId="20577"/>
        <pc:sldMkLst>
          <pc:docMk/>
          <pc:sldMk cId="0" sldId="262"/>
        </pc:sldMkLst>
      </pc:sldChg>
      <pc:sldChg chg="addSp delSp modSp mod modNotesTx">
        <pc:chgData name="黃暄惠" userId="d5d15662-9c88-4d79-9af8-89639c2cd128" providerId="ADAL" clId="{6FA9E35D-CB50-4194-82DB-40C7C6BD4235}" dt="2025-10-28T08:49:54.610" v="3853" actId="20577"/>
        <pc:sldMkLst>
          <pc:docMk/>
          <pc:sldMk cId="0" sldId="263"/>
        </pc:sldMkLst>
        <pc:spChg chg="add mod">
          <ac:chgData name="黃暄惠" userId="d5d15662-9c88-4d79-9af8-89639c2cd128" providerId="ADAL" clId="{6FA9E35D-CB50-4194-82DB-40C7C6BD4235}" dt="2025-10-17T07:44:56.343" v="2481" actId="207"/>
          <ac:spMkLst>
            <pc:docMk/>
            <pc:sldMk cId="0" sldId="263"/>
            <ac:spMk id="4" creationId="{DE0F9904-46C3-181C-903C-B23D40DD1D13}"/>
          </ac:spMkLst>
        </pc:spChg>
        <pc:spChg chg="add mod">
          <ac:chgData name="黃暄惠" userId="d5d15662-9c88-4d79-9af8-89639c2cd128" providerId="ADAL" clId="{6FA9E35D-CB50-4194-82DB-40C7C6BD4235}" dt="2025-10-17T08:08:57.196" v="3071" actId="164"/>
          <ac:spMkLst>
            <pc:docMk/>
            <pc:sldMk cId="0" sldId="263"/>
            <ac:spMk id="5" creationId="{791F55CC-69CD-050F-A59F-7FBD47F89BED}"/>
          </ac:spMkLst>
        </pc:spChg>
        <pc:spChg chg="add mod">
          <ac:chgData name="黃暄惠" userId="d5d15662-9c88-4d79-9af8-89639c2cd128" providerId="ADAL" clId="{6FA9E35D-CB50-4194-82DB-40C7C6BD4235}" dt="2025-10-17T08:08:57.196" v="3071" actId="164"/>
          <ac:spMkLst>
            <pc:docMk/>
            <pc:sldMk cId="0" sldId="263"/>
            <ac:spMk id="6" creationId="{6BCCF257-DE9F-E42F-FBA1-5D9D6398C397}"/>
          </ac:spMkLst>
        </pc:spChg>
        <pc:spChg chg="add mod">
          <ac:chgData name="黃暄惠" userId="d5d15662-9c88-4d79-9af8-89639c2cd128" providerId="ADAL" clId="{6FA9E35D-CB50-4194-82DB-40C7C6BD4235}" dt="2025-10-17T07:48:56.246" v="2655" actId="1038"/>
          <ac:spMkLst>
            <pc:docMk/>
            <pc:sldMk cId="0" sldId="263"/>
            <ac:spMk id="7" creationId="{ED0C4982-10B9-0A8A-7B50-BBCB8E67F2F9}"/>
          </ac:spMkLst>
        </pc:spChg>
        <pc:grpChg chg="add mod">
          <ac:chgData name="黃暄惠" userId="d5d15662-9c88-4d79-9af8-89639c2cd128" providerId="ADAL" clId="{6FA9E35D-CB50-4194-82DB-40C7C6BD4235}" dt="2025-10-17T08:08:57.196" v="3071" actId="164"/>
          <ac:grpSpMkLst>
            <pc:docMk/>
            <pc:sldMk cId="0" sldId="263"/>
            <ac:grpSpMk id="8" creationId="{870FEFE7-9AF7-92CA-312F-3AE7069DB055}"/>
          </ac:grpSpMkLst>
        </pc:grpChg>
        <pc:picChg chg="add mod">
          <ac:chgData name="黃暄惠" userId="d5d15662-9c88-4d79-9af8-89639c2cd128" providerId="ADAL" clId="{6FA9E35D-CB50-4194-82DB-40C7C6BD4235}" dt="2025-10-17T07:37:55.991" v="2401" actId="1076"/>
          <ac:picMkLst>
            <pc:docMk/>
            <pc:sldMk cId="0" sldId="263"/>
            <ac:picMk id="3" creationId="{E192BDCC-8B63-3E37-33A7-A15E622A4C05}"/>
          </ac:picMkLst>
        </pc:picChg>
      </pc:sldChg>
      <pc:sldChg chg="modNotesTx">
        <pc:chgData name="黃暄惠" userId="d5d15662-9c88-4d79-9af8-89639c2cd128" providerId="ADAL" clId="{6FA9E35D-CB50-4194-82DB-40C7C6BD4235}" dt="2025-10-17T07:54:49.914" v="2765" actId="20577"/>
        <pc:sldMkLst>
          <pc:docMk/>
          <pc:sldMk cId="0" sldId="264"/>
        </pc:sldMkLst>
      </pc:sldChg>
      <pc:sldChg chg="modNotesTx">
        <pc:chgData name="黃暄惠" userId="d5d15662-9c88-4d79-9af8-89639c2cd128" providerId="ADAL" clId="{6FA9E35D-CB50-4194-82DB-40C7C6BD4235}" dt="2025-10-17T08:02:13.809" v="2842" actId="20577"/>
        <pc:sldMkLst>
          <pc:docMk/>
          <pc:sldMk cId="0" sldId="265"/>
        </pc:sldMkLst>
      </pc:sldChg>
      <pc:sldChg chg="addSp delSp modSp mod modNotesTx">
        <pc:chgData name="黃暄惠" userId="d5d15662-9c88-4d79-9af8-89639c2cd128" providerId="ADAL" clId="{6FA9E35D-CB50-4194-82DB-40C7C6BD4235}" dt="2025-10-17T08:09:21.266" v="3075" actId="1076"/>
        <pc:sldMkLst>
          <pc:docMk/>
          <pc:sldMk cId="0" sldId="266"/>
        </pc:sldMkLst>
        <pc:spChg chg="add mod">
          <ac:chgData name="黃暄惠" userId="d5d15662-9c88-4d79-9af8-89639c2cd128" providerId="ADAL" clId="{6FA9E35D-CB50-4194-82DB-40C7C6BD4235}" dt="2025-10-17T08:05:43.590" v="2951" actId="164"/>
          <ac:spMkLst>
            <pc:docMk/>
            <pc:sldMk cId="0" sldId="266"/>
            <ac:spMk id="2" creationId="{DADA97A2-D401-16F1-DA1C-11715C72B04D}"/>
          </ac:spMkLst>
        </pc:spChg>
        <pc:spChg chg="add mod">
          <ac:chgData name="黃暄惠" userId="d5d15662-9c88-4d79-9af8-89639c2cd128" providerId="ADAL" clId="{6FA9E35D-CB50-4194-82DB-40C7C6BD4235}" dt="2025-10-17T08:05:43.590" v="2951" actId="164"/>
          <ac:spMkLst>
            <pc:docMk/>
            <pc:sldMk cId="0" sldId="266"/>
            <ac:spMk id="3" creationId="{71E6C287-0CE8-1E22-779F-02080B25498E}"/>
          </ac:spMkLst>
        </pc:spChg>
        <pc:spChg chg="mod">
          <ac:chgData name="黃暄惠" userId="d5d15662-9c88-4d79-9af8-89639c2cd128" providerId="ADAL" clId="{6FA9E35D-CB50-4194-82DB-40C7C6BD4235}" dt="2025-10-17T08:09:09.536" v="3073"/>
          <ac:spMkLst>
            <pc:docMk/>
            <pc:sldMk cId="0" sldId="266"/>
            <ac:spMk id="9" creationId="{C7DFA3E4-3507-7F75-2446-139F7335F926}"/>
          </ac:spMkLst>
        </pc:spChg>
        <pc:spChg chg="mod">
          <ac:chgData name="黃暄惠" userId="d5d15662-9c88-4d79-9af8-89639c2cd128" providerId="ADAL" clId="{6FA9E35D-CB50-4194-82DB-40C7C6BD4235}" dt="2025-10-17T08:09:09.536" v="3073"/>
          <ac:spMkLst>
            <pc:docMk/>
            <pc:sldMk cId="0" sldId="266"/>
            <ac:spMk id="10" creationId="{DAE16B0D-512B-8E27-E691-88EBF9A7B006}"/>
          </ac:spMkLst>
        </pc:spChg>
        <pc:grpChg chg="add mod">
          <ac:chgData name="黃暄惠" userId="d5d15662-9c88-4d79-9af8-89639c2cd128" providerId="ADAL" clId="{6FA9E35D-CB50-4194-82DB-40C7C6BD4235}" dt="2025-10-17T08:05:52.945" v="2953" actId="1076"/>
          <ac:grpSpMkLst>
            <pc:docMk/>
            <pc:sldMk cId="0" sldId="266"/>
            <ac:grpSpMk id="4" creationId="{0CFB8F61-EFCF-54F6-5744-B032DA6DE11B}"/>
          </ac:grpSpMkLst>
        </pc:grpChg>
        <pc:grpChg chg="add mod">
          <ac:chgData name="黃暄惠" userId="d5d15662-9c88-4d79-9af8-89639c2cd128" providerId="ADAL" clId="{6FA9E35D-CB50-4194-82DB-40C7C6BD4235}" dt="2025-10-17T08:09:21.266" v="3075" actId="1076"/>
          <ac:grpSpMkLst>
            <pc:docMk/>
            <pc:sldMk cId="0" sldId="266"/>
            <ac:grpSpMk id="8" creationId="{CBCDBBFD-684A-EE1F-C550-DDD6FCB12FE0}"/>
          </ac:grpSpMkLst>
        </pc:grpChg>
      </pc:sldChg>
      <pc:sldChg chg="modNotesTx">
        <pc:chgData name="黃暄惠" userId="d5d15662-9c88-4d79-9af8-89639c2cd128" providerId="ADAL" clId="{6FA9E35D-CB50-4194-82DB-40C7C6BD4235}" dt="2025-10-17T08:13:54.917" v="3346" actId="20577"/>
        <pc:sldMkLst>
          <pc:docMk/>
          <pc:sldMk cId="0" sldId="267"/>
        </pc:sldMkLst>
      </pc:sldChg>
      <pc:sldChg chg="modNotesTx">
        <pc:chgData name="黃暄惠" userId="d5d15662-9c88-4d79-9af8-89639c2cd128" providerId="ADAL" clId="{6FA9E35D-CB50-4194-82DB-40C7C6BD4235}" dt="2025-10-17T08:17:50.614" v="3491" actId="20577"/>
        <pc:sldMkLst>
          <pc:docMk/>
          <pc:sldMk cId="0" sldId="268"/>
        </pc:sldMkLst>
      </pc:sldChg>
      <pc:sldChg chg="addSp modSp mod modNotesTx">
        <pc:chgData name="黃暄惠" userId="d5d15662-9c88-4d79-9af8-89639c2cd128" providerId="ADAL" clId="{6FA9E35D-CB50-4194-82DB-40C7C6BD4235}" dt="2025-10-17T08:28:24.283" v="3645" actId="20577"/>
        <pc:sldMkLst>
          <pc:docMk/>
          <pc:sldMk cId="0" sldId="269"/>
        </pc:sldMkLst>
        <pc:spChg chg="add mod">
          <ac:chgData name="黃暄惠" userId="d5d15662-9c88-4d79-9af8-89639c2cd128" providerId="ADAL" clId="{6FA9E35D-CB50-4194-82DB-40C7C6BD4235}" dt="2025-10-17T08:24:22.273" v="3598" actId="1076"/>
          <ac:spMkLst>
            <pc:docMk/>
            <pc:sldMk cId="0" sldId="269"/>
            <ac:spMk id="7" creationId="{4D16E85F-BDAC-4393-153B-C9EDD4F27C23}"/>
          </ac:spMkLst>
        </pc:spChg>
        <pc:spChg chg="add mod">
          <ac:chgData name="黃暄惠" userId="d5d15662-9c88-4d79-9af8-89639c2cd128" providerId="ADAL" clId="{6FA9E35D-CB50-4194-82DB-40C7C6BD4235}" dt="2025-10-17T08:24:52.844" v="3603" actId="1076"/>
          <ac:spMkLst>
            <pc:docMk/>
            <pc:sldMk cId="0" sldId="269"/>
            <ac:spMk id="11" creationId="{AB927503-0872-8D89-7E0D-973042F75FF1}"/>
          </ac:spMkLst>
        </pc:spChg>
        <pc:spChg chg="add mod">
          <ac:chgData name="黃暄惠" userId="d5d15662-9c88-4d79-9af8-89639c2cd128" providerId="ADAL" clId="{6FA9E35D-CB50-4194-82DB-40C7C6BD4235}" dt="2025-10-17T08:25:05.946" v="3606" actId="571"/>
          <ac:spMkLst>
            <pc:docMk/>
            <pc:sldMk cId="0" sldId="269"/>
            <ac:spMk id="15" creationId="{558858EA-B4E9-250F-564B-4712A60CFCFF}"/>
          </ac:spMkLst>
        </pc:spChg>
        <pc:grpChg chg="add mod">
          <ac:chgData name="黃暄惠" userId="d5d15662-9c88-4d79-9af8-89639c2cd128" providerId="ADAL" clId="{6FA9E35D-CB50-4194-82DB-40C7C6BD4235}" dt="2025-10-17T08:23:54.613" v="3593" actId="164"/>
          <ac:grpSpMkLst>
            <pc:docMk/>
            <pc:sldMk cId="0" sldId="269"/>
            <ac:grpSpMk id="10" creationId="{D33E2C09-6EB0-0928-3045-BD3E55B4810C}"/>
          </ac:grpSpMkLst>
        </pc:grpChg>
        <pc:picChg chg="add mod">
          <ac:chgData name="黃暄惠" userId="d5d15662-9c88-4d79-9af8-89639c2cd128" providerId="ADAL" clId="{6FA9E35D-CB50-4194-82DB-40C7C6BD4235}" dt="2025-10-17T08:22:00.129" v="3574" actId="1076"/>
          <ac:picMkLst>
            <pc:docMk/>
            <pc:sldMk cId="0" sldId="269"/>
            <ac:picMk id="3" creationId="{8466F04D-3249-3273-2251-3FF9D94D3BBC}"/>
          </ac:picMkLst>
        </pc:picChg>
        <pc:picChg chg="add mod">
          <ac:chgData name="黃暄惠" userId="d5d15662-9c88-4d79-9af8-89639c2cd128" providerId="ADAL" clId="{6FA9E35D-CB50-4194-82DB-40C7C6BD4235}" dt="2025-10-17T08:23:54.613" v="3593" actId="164"/>
          <ac:picMkLst>
            <pc:docMk/>
            <pc:sldMk cId="0" sldId="269"/>
            <ac:picMk id="6" creationId="{601CB10E-9D7F-4F30-DA1A-6D8E3D1BA0A8}"/>
          </ac:picMkLst>
        </pc:picChg>
        <pc:cxnChg chg="add mod">
          <ac:chgData name="黃暄惠" userId="d5d15662-9c88-4d79-9af8-89639c2cd128" providerId="ADAL" clId="{6FA9E35D-CB50-4194-82DB-40C7C6BD4235}" dt="2025-10-17T08:23:50.118" v="3592" actId="14100"/>
          <ac:cxnSpMkLst>
            <pc:docMk/>
            <pc:sldMk cId="0" sldId="269"/>
            <ac:cxnSpMk id="4" creationId="{2729E0F0-5428-04C9-DC39-6A65C704F278}"/>
          </ac:cxnSpMkLst>
        </pc:cxnChg>
      </pc:sldChg>
      <pc:sldChg chg="modNotesTx">
        <pc:chgData name="黃暄惠" userId="d5d15662-9c88-4d79-9af8-89639c2cd128" providerId="ADAL" clId="{6FA9E35D-CB50-4194-82DB-40C7C6BD4235}" dt="2025-10-17T08:32:41.816" v="3817" actId="20577"/>
        <pc:sldMkLst>
          <pc:docMk/>
          <pc:sldMk cId="0" sldId="270"/>
        </pc:sldMkLst>
      </pc:sldChg>
      <pc:sldChg chg="modNotesTx">
        <pc:chgData name="黃暄惠" userId="d5d15662-9c88-4d79-9af8-89639c2cd128" providerId="ADAL" clId="{6FA9E35D-CB50-4194-82DB-40C7C6BD4235}" dt="2025-10-28T08:50:53.693" v="3855" actId="20577"/>
        <pc:sldMkLst>
          <pc:docMk/>
          <pc:sldMk cId="0" sldId="271"/>
        </pc:sldMkLst>
      </pc:sldChg>
      <pc:sldChg chg="addSp modSp add mod modNotesTx">
        <pc:chgData name="黃暄惠" userId="d5d15662-9c88-4d79-9af8-89639c2cd128" providerId="ADAL" clId="{6FA9E35D-CB50-4194-82DB-40C7C6BD4235}" dt="2025-10-17T07:51:05.378" v="2681" actId="1076"/>
        <pc:sldMkLst>
          <pc:docMk/>
          <pc:sldMk cId="2482847217" sldId="272"/>
        </pc:sldMkLst>
        <pc:spChg chg="add mod">
          <ac:chgData name="黃暄惠" userId="d5d15662-9c88-4d79-9af8-89639c2cd128" providerId="ADAL" clId="{6FA9E35D-CB50-4194-82DB-40C7C6BD4235}" dt="2025-10-17T07:50:17.114" v="2668" actId="14100"/>
          <ac:spMkLst>
            <pc:docMk/>
            <pc:sldMk cId="2482847217" sldId="272"/>
            <ac:spMk id="2" creationId="{3D6B7C7D-94F9-70A6-B817-B2570DCFC99E}"/>
          </ac:spMkLst>
        </pc:spChg>
        <pc:spChg chg="add mod">
          <ac:chgData name="黃暄惠" userId="d5d15662-9c88-4d79-9af8-89639c2cd128" providerId="ADAL" clId="{6FA9E35D-CB50-4194-82DB-40C7C6BD4235}" dt="2025-10-17T07:50:39.862" v="2677" actId="1038"/>
          <ac:spMkLst>
            <pc:docMk/>
            <pc:sldMk cId="2482847217" sldId="272"/>
            <ac:spMk id="3" creationId="{20CD01FB-114E-DB8D-FBD7-443D03C5E506}"/>
          </ac:spMkLst>
        </pc:spChg>
        <pc:spChg chg="add mod">
          <ac:chgData name="黃暄惠" userId="d5d15662-9c88-4d79-9af8-89639c2cd128" providerId="ADAL" clId="{6FA9E35D-CB50-4194-82DB-40C7C6BD4235}" dt="2025-10-17T07:51:01.229" v="2679" actId="1076"/>
          <ac:spMkLst>
            <pc:docMk/>
            <pc:sldMk cId="2482847217" sldId="272"/>
            <ac:spMk id="4" creationId="{B6DA9AC0-0644-F118-6559-C00B8252FDD1}"/>
          </ac:spMkLst>
        </pc:spChg>
        <pc:spChg chg="add mod">
          <ac:chgData name="黃暄惠" userId="d5d15662-9c88-4d79-9af8-89639c2cd128" providerId="ADAL" clId="{6FA9E35D-CB50-4194-82DB-40C7C6BD4235}" dt="2025-10-17T07:51:05.378" v="2681" actId="1076"/>
          <ac:spMkLst>
            <pc:docMk/>
            <pc:sldMk cId="2482847217" sldId="272"/>
            <ac:spMk id="5" creationId="{EF7820ED-0EB8-3545-61E5-BD51EB86EEA9}"/>
          </ac:spMkLst>
        </pc:spChg>
      </pc:sldChg>
      <pc:sldChg chg="addSp delSp modSp add mod modNotesTx">
        <pc:chgData name="黃暄惠" userId="d5d15662-9c88-4d79-9af8-89639c2cd128" providerId="ADAL" clId="{6FA9E35D-CB50-4194-82DB-40C7C6BD4235}" dt="2025-10-17T07:36:40.867" v="2390" actId="20577"/>
        <pc:sldMkLst>
          <pc:docMk/>
          <pc:sldMk cId="4094052204" sldId="273"/>
        </pc:sldMkLst>
        <pc:spChg chg="add mod">
          <ac:chgData name="黃暄惠" userId="d5d15662-9c88-4d79-9af8-89639c2cd128" providerId="ADAL" clId="{6FA9E35D-CB50-4194-82DB-40C7C6BD4235}" dt="2025-10-17T07:32:44.232" v="2305" actId="14100"/>
          <ac:spMkLst>
            <pc:docMk/>
            <pc:sldMk cId="4094052204" sldId="273"/>
            <ac:spMk id="2" creationId="{B4B1F1A0-3F36-2547-BA71-DF2F5AF79EF4}"/>
          </ac:spMkLst>
        </pc:spChg>
        <pc:spChg chg="add mod ord">
          <ac:chgData name="黃暄惠" userId="d5d15662-9c88-4d79-9af8-89639c2cd128" providerId="ADAL" clId="{6FA9E35D-CB50-4194-82DB-40C7C6BD4235}" dt="2025-10-17T07:33:14.434" v="2314" actId="14100"/>
          <ac:spMkLst>
            <pc:docMk/>
            <pc:sldMk cId="4094052204" sldId="273"/>
            <ac:spMk id="10" creationId="{F5A995B5-6D95-EC78-6774-63658A6BF591}"/>
          </ac:spMkLst>
        </pc:spChg>
        <pc:spChg chg="add mod ord">
          <ac:chgData name="黃暄惠" userId="d5d15662-9c88-4d79-9af8-89639c2cd128" providerId="ADAL" clId="{6FA9E35D-CB50-4194-82DB-40C7C6BD4235}" dt="2025-10-17T07:33:23.038" v="2317" actId="171"/>
          <ac:spMkLst>
            <pc:docMk/>
            <pc:sldMk cId="4094052204" sldId="273"/>
            <ac:spMk id="11" creationId="{20097508-816C-81C6-8BBA-559BC43E8898}"/>
          </ac:spMkLst>
        </pc:spChg>
        <pc:picChg chg="add mod">
          <ac:chgData name="黃暄惠" userId="d5d15662-9c88-4d79-9af8-89639c2cd128" providerId="ADAL" clId="{6FA9E35D-CB50-4194-82DB-40C7C6BD4235}" dt="2025-10-17T07:32:47.432" v="2306" actId="1076"/>
          <ac:picMkLst>
            <pc:docMk/>
            <pc:sldMk cId="4094052204" sldId="273"/>
            <ac:picMk id="5" creationId="{BCD7B520-4B4E-C621-504E-1A7B0EB6ECD7}"/>
          </ac:picMkLst>
        </pc:picChg>
        <pc:picChg chg="add mod">
          <ac:chgData name="黃暄惠" userId="d5d15662-9c88-4d79-9af8-89639c2cd128" providerId="ADAL" clId="{6FA9E35D-CB50-4194-82DB-40C7C6BD4235}" dt="2025-10-17T07:32:48.941" v="2307" actId="1076"/>
          <ac:picMkLst>
            <pc:docMk/>
            <pc:sldMk cId="4094052204" sldId="273"/>
            <ac:picMk id="7" creationId="{E1E8603B-9EE9-76BC-F67D-E84B22BF8A52}"/>
          </ac:picMkLst>
        </pc:picChg>
        <pc:picChg chg="add mod">
          <ac:chgData name="黃暄惠" userId="d5d15662-9c88-4d79-9af8-89639c2cd128" providerId="ADAL" clId="{6FA9E35D-CB50-4194-82DB-40C7C6BD4235}" dt="2025-10-17T07:33:29.299" v="2319" actId="1076"/>
          <ac:picMkLst>
            <pc:docMk/>
            <pc:sldMk cId="4094052204" sldId="273"/>
            <ac:picMk id="9" creationId="{C227D8EF-52DD-140C-2623-F72D94F3AD02}"/>
          </ac:picMkLst>
        </pc:picChg>
      </pc:sldChg>
      <pc:sldChg chg="addSp modSp new del mod setBg">
        <pc:chgData name="黃暄惠" userId="d5d15662-9c88-4d79-9af8-89639c2cd128" providerId="ADAL" clId="{6FA9E35D-CB50-4194-82DB-40C7C6BD4235}" dt="2025-10-17T08:33:06.391" v="3818" actId="47"/>
        <pc:sldMkLst>
          <pc:docMk/>
          <pc:sldMk cId="3997037184" sldId="274"/>
        </pc:sldMkLst>
      </pc:sldChg>
      <pc:sldChg chg="add ord modNotesTx">
        <pc:chgData name="黃暄惠" userId="d5d15662-9c88-4d79-9af8-89639c2cd128" providerId="ADAL" clId="{6FA9E35D-CB50-4194-82DB-40C7C6BD4235}" dt="2025-10-17T07:36:16.953" v="2389" actId="20577"/>
        <pc:sldMkLst>
          <pc:docMk/>
          <pc:sldMk cId="2221939313" sldId="27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9409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今天要報告電腦輸入法的改善產品以及如果要持續精進的開發方向分析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現在電腦預設的微軟輸入法跟手機的發展相比更新緩慢，</a:t>
            </a:r>
            <a:endParaRPr lang="en-US" altLang="zh-TW" dirty="0"/>
          </a:p>
          <a:p>
            <a:r>
              <a:rPr lang="zh-TW" altLang="en-US" dirty="0"/>
              <a:t>在習慣手機的快速、智慧的輸入法之後</a:t>
            </a:r>
            <a:endParaRPr lang="en-US" altLang="zh-TW" dirty="0"/>
          </a:p>
          <a:p>
            <a:r>
              <a:rPr lang="zh-TW" altLang="en-US" dirty="0"/>
              <a:t>再回到電腦，顯得微軟輸入法難以操作、錯誤率高</a:t>
            </a:r>
            <a:endParaRPr lang="en-US" altLang="zh-TW" dirty="0"/>
          </a:p>
          <a:p>
            <a:r>
              <a:rPr lang="zh-TW" altLang="en-US" dirty="0"/>
              <a:t>這個表格是我根據自己的使用經驗整理了</a:t>
            </a:r>
            <a:endParaRPr lang="en-US" altLang="zh-TW" dirty="0"/>
          </a:p>
          <a:p>
            <a:r>
              <a:rPr lang="zh-TW" altLang="en-US" dirty="0"/>
              <a:t>電腦跟手機輸入法的差異</a:t>
            </a:r>
            <a:endParaRPr lang="en-US" altLang="zh-TW" dirty="0"/>
          </a:p>
          <a:p>
            <a:endParaRPr lang="en-US" altLang="zh-TW" dirty="0"/>
          </a:p>
          <a:p>
            <a:r>
              <a:rPr lang="zh-TW" altLang="en-US" dirty="0"/>
              <a:t>我總結出四個項目差異</a:t>
            </a:r>
            <a:endParaRPr lang="en-US" altLang="zh-TW" dirty="0"/>
          </a:p>
          <a:p>
            <a:r>
              <a:rPr lang="zh-TW" altLang="en-US" dirty="0"/>
              <a:t>整體來說，微軟輸入法需要輸入完整的聲母、韻母、介音跟調號，然而預選時候的選字錯誤率高，也不會智慧的提供下一個字的建議</a:t>
            </a:r>
            <a:endParaRPr lang="en-US" altLang="zh-TW" dirty="0"/>
          </a:p>
          <a:p>
            <a:r>
              <a:rPr lang="zh-TW" altLang="en-US" dirty="0"/>
              <a:t>而，手機的輸入法，不管是預設或第三方的輸入法，都不需要完整輸入注音，並且通常都會智慧的選字跟提供下個字推薦</a:t>
            </a:r>
            <a:endParaRPr lang="en-US" altLang="zh-TW" dirty="0"/>
          </a:p>
          <a:p>
            <a:endParaRPr lang="en-US" altLang="zh-TW" dirty="0"/>
          </a:p>
          <a:p>
            <a:r>
              <a:rPr lang="zh-TW" altLang="en-US" dirty="0"/>
              <a:t>因此我認為智慧選字跟智慧推薦作為微軟輸入法的主要優化方向</a:t>
            </a:r>
            <a:endParaRPr lang="en-US" altLang="zh-TW"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在微軟停滯發展的這些年，也是有一些改善的產品由民間或公司發展出來</a:t>
            </a:r>
            <a:endParaRPr lang="en-US" altLang="zh-TW" dirty="0"/>
          </a:p>
          <a:p>
            <a:r>
              <a:rPr lang="zh-TW" altLang="en-US" dirty="0"/>
              <a:t>其中一個就是華碩的智慧輸入</a:t>
            </a:r>
            <a:endParaRPr lang="en-US" altLang="zh-TW" dirty="0"/>
          </a:p>
          <a:p>
            <a:r>
              <a:rPr lang="zh-TW" altLang="en-US" dirty="0"/>
              <a:t>他最特殊的功能在於可以中英文混打，它是透過在輸入時同時保留英文跟中文，如果有輸入調號的話就是中文，反之是英文</a:t>
            </a:r>
            <a:endParaRPr lang="en-US" altLang="zh-TW" dirty="0"/>
          </a:p>
          <a:p>
            <a:r>
              <a:rPr lang="zh-TW" altLang="en-US" dirty="0"/>
              <a:t>除此之外它還提供智慧推薦跟冗於拼音刪除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實際使用這個輸入法之後</a:t>
            </a:r>
            <a:endParaRPr lang="en-US" altLang="zh-TW" dirty="0"/>
          </a:p>
          <a:p>
            <a:r>
              <a:rPr lang="zh-TW" altLang="en-US" dirty="0"/>
              <a:t>發現同時輸入中英文的功能存在缺點，</a:t>
            </a:r>
            <a:br>
              <a:rPr lang="en-US" altLang="zh-TW" dirty="0"/>
            </a:br>
            <a:r>
              <a:rPr lang="zh-TW" altLang="en-US" dirty="0"/>
              <a:t>當注音輸入錯誤時，由於調號還沒輸入因此會以英文存在畫面上，中文句子中就會存在許多的無意義的英文字母</a:t>
            </a:r>
            <a:endParaRPr lang="en-US" altLang="zh-TW" dirty="0"/>
          </a:p>
          <a:p>
            <a:r>
              <a:rPr lang="zh-TW" altLang="en-US" dirty="0"/>
              <a:t>而它整體的使用方式幾乎與微軟輸入法相同，只是選字稍微有進步，但是沒有特別明顯的</a:t>
            </a:r>
            <a:r>
              <a:rPr lang="zh-TW" altLang="en-US"/>
              <a:t>提升。</a:t>
            </a:r>
            <a:br>
              <a:rPr lang="en-US" altLang="zh-TW"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D0AAA-41B8-7568-A812-3CB935660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E78CEE-C3DD-E760-EB1B-5C08FEA4A1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A3775F-E313-F0CD-F864-67D0CE129EAE}"/>
              </a:ext>
            </a:extLst>
          </p:cNvPr>
          <p:cNvSpPr>
            <a:spLocks noGrp="1"/>
          </p:cNvSpPr>
          <p:nvPr>
            <p:ph type="body" idx="1"/>
          </p:nvPr>
        </p:nvSpPr>
        <p:spPr/>
        <p:txBody>
          <a:bodyPr/>
          <a:lstStyle/>
          <a:p>
            <a:r>
              <a:rPr lang="zh-TW" altLang="en-US" dirty="0"/>
              <a:t>對比先前列出的主要需求</a:t>
            </a:r>
            <a:endParaRPr lang="en-US" altLang="zh-TW" dirty="0"/>
          </a:p>
          <a:p>
            <a:r>
              <a:rPr lang="zh-TW" altLang="en-US" dirty="0"/>
              <a:t>第一個需求，雖然選字比微軟稍微智慧一點，但是由於同時輸入中英文的特性，整體輸入體驗並沒有非常流暢</a:t>
            </a:r>
            <a:endParaRPr lang="en-US" altLang="zh-TW" dirty="0"/>
          </a:p>
          <a:p>
            <a:r>
              <a:rPr lang="zh-TW" altLang="en-US" dirty="0"/>
              <a:t>智慧推薦字的部分，剛剛可以看到的確是有這個功能，但是反應較慢，通常打字習慣下，不特別去使用</a:t>
            </a:r>
            <a:r>
              <a:rPr lang="en-US" altLang="zh-TW" dirty="0"/>
              <a:t>tab</a:t>
            </a:r>
            <a:r>
              <a:rPr lang="zh-TW" altLang="en-US" dirty="0"/>
              <a:t>鍵，會輸入比較快</a:t>
            </a:r>
            <a:endParaRPr lang="en-US" altLang="zh-TW" dirty="0"/>
          </a:p>
          <a:p>
            <a:endParaRPr lang="en-US" dirty="0"/>
          </a:p>
        </p:txBody>
      </p:sp>
      <p:sp>
        <p:nvSpPr>
          <p:cNvPr id="4" name="Slide Number Placeholder 3">
            <a:extLst>
              <a:ext uri="{FF2B5EF4-FFF2-40B4-BE49-F238E27FC236}">
                <a16:creationId xmlns:a16="http://schemas.microsoft.com/office/drawing/2014/main" id="{34F1452B-B159-1C97-3700-79759C26FB0D}"/>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3322862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第二個產品是開放在</a:t>
            </a:r>
            <a:r>
              <a:rPr lang="en-US" altLang="zh-TW" dirty="0" err="1"/>
              <a:t>github</a:t>
            </a:r>
            <a:r>
              <a:rPr lang="zh-TW" altLang="en-US" dirty="0"/>
              <a:t>的</a:t>
            </a:r>
            <a:r>
              <a:rPr lang="en-US" altLang="zh-TW" dirty="0"/>
              <a:t>RIME</a:t>
            </a:r>
            <a:r>
              <a:rPr lang="zh-TW" altLang="en-US" dirty="0"/>
              <a:t> </a:t>
            </a:r>
            <a:br>
              <a:rPr lang="en-US" altLang="zh-TW" dirty="0"/>
            </a:br>
            <a:r>
              <a:rPr lang="zh-TW" altLang="en-US" dirty="0"/>
              <a:t>他是一個框架用來解決電腦輸入法的難題 </a:t>
            </a:r>
            <a:endParaRPr lang="en-US" altLang="zh-TW" dirty="0"/>
          </a:p>
          <a:p>
            <a:r>
              <a:rPr lang="zh-TW" altLang="en-US" dirty="0"/>
              <a:t>這個</a:t>
            </a:r>
            <a:r>
              <a:rPr lang="en-US" altLang="zh-TW" dirty="0"/>
              <a:t>rime</a:t>
            </a:r>
            <a:r>
              <a:rPr lang="zh-TW" altLang="en-US" dirty="0"/>
              <a:t>的架構由殼、引擎跟輸入方案組成</a:t>
            </a:r>
            <a:br>
              <a:rPr lang="en-US" altLang="zh-TW"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Rime</a:t>
            </a:r>
            <a:r>
              <a:rPr lang="zh-TW" altLang="en-US" dirty="0"/>
              <a:t>這個框架提供</a:t>
            </a:r>
            <a:r>
              <a:rPr lang="en-US" altLang="zh-TW" dirty="0"/>
              <a:t>Plum</a:t>
            </a:r>
            <a:r>
              <a:rPr lang="zh-TW" altLang="en-US" dirty="0"/>
              <a:t>這個工具，可以用來管理原始開發方的各種輸入方案（</a:t>
            </a:r>
            <a:r>
              <a:rPr lang="en-US" altLang="zh-TW" dirty="0"/>
              <a:t>Schema</a:t>
            </a:r>
            <a:r>
              <a:rPr lang="zh-TW" altLang="en-US" dirty="0"/>
              <a:t>）</a:t>
            </a:r>
            <a:endParaRPr lang="en-US" altLang="zh-TW" dirty="0"/>
          </a:p>
          <a:p>
            <a:r>
              <a:rPr lang="zh-TW" altLang="en-US" dirty="0"/>
              <a:t>我使用的是ㄅㄆㄇㄈ這個方案</a:t>
            </a:r>
            <a:endParaRPr lang="en-US" altLang="zh-TW" dirty="0"/>
          </a:p>
          <a:p>
            <a:r>
              <a:rPr lang="en-US" altLang="zh-TW" dirty="0"/>
              <a:t>Rime</a:t>
            </a:r>
            <a:r>
              <a:rPr lang="zh-TW" altLang="en-US" dirty="0"/>
              <a:t>的輸入方式非常像手機的輸入方式，可以省略韻母、介音或調號</a:t>
            </a:r>
            <a:endParaRPr lang="en-US" altLang="zh-TW"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E846-D8A4-B3BA-4212-2B233DF20D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2F25B9-9D8B-F79A-7E17-9C71C7C73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862D2E-CC80-2FFD-E65D-611E1A868302}"/>
              </a:ext>
            </a:extLst>
          </p:cNvPr>
          <p:cNvSpPr>
            <a:spLocks noGrp="1"/>
          </p:cNvSpPr>
          <p:nvPr>
            <p:ph type="body" idx="1"/>
          </p:nvPr>
        </p:nvSpPr>
        <p:spPr/>
        <p:txBody>
          <a:bodyPr/>
          <a:lstStyle/>
          <a:p>
            <a:r>
              <a:rPr lang="zh-TW" altLang="en-US" dirty="0"/>
              <a:t>他的使用邏輯也非常像手機，每打完一個詞就要選字，在最糟糕的情況下是每個詞都不是第一選擇就會非常費時，但是也有幾率可以一次全部打完</a:t>
            </a:r>
            <a:endParaRPr lang="en-US" dirty="0"/>
          </a:p>
        </p:txBody>
      </p:sp>
      <p:sp>
        <p:nvSpPr>
          <p:cNvPr id="4" name="Slide Number Placeholder 3">
            <a:extLst>
              <a:ext uri="{FF2B5EF4-FFF2-40B4-BE49-F238E27FC236}">
                <a16:creationId xmlns:a16="http://schemas.microsoft.com/office/drawing/2014/main" id="{95BE0CA5-91D3-7617-BC33-9BBD87DC9173}"/>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98195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49DE3-160F-20C5-9D9D-0C23604ABE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242BD-33A9-E8DC-EEFA-AD0BB1E76A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777E49-7FC4-E773-56A7-D538AE2A6C46}"/>
              </a:ext>
            </a:extLst>
          </p:cNvPr>
          <p:cNvSpPr>
            <a:spLocks noGrp="1"/>
          </p:cNvSpPr>
          <p:nvPr>
            <p:ph type="body" idx="1"/>
          </p:nvPr>
        </p:nvSpPr>
        <p:spPr/>
        <p:txBody>
          <a:bodyPr/>
          <a:lstStyle/>
          <a:p>
            <a:r>
              <a:rPr lang="zh-TW" altLang="en-US" dirty="0"/>
              <a:t>而這個</a:t>
            </a:r>
            <a:r>
              <a:rPr lang="en-US" altLang="zh-TW" dirty="0"/>
              <a:t>Schema</a:t>
            </a:r>
            <a:r>
              <a:rPr lang="zh-TW" altLang="en-US" dirty="0"/>
              <a:t>最大的缺點就是對於特殊標點符號以及選單的使用非常不方便</a:t>
            </a:r>
            <a:endParaRPr lang="en-US" altLang="zh-TW" dirty="0"/>
          </a:p>
        </p:txBody>
      </p:sp>
      <p:sp>
        <p:nvSpPr>
          <p:cNvPr id="4" name="Slide Number Placeholder 3">
            <a:extLst>
              <a:ext uri="{FF2B5EF4-FFF2-40B4-BE49-F238E27FC236}">
                <a16:creationId xmlns:a16="http://schemas.microsoft.com/office/drawing/2014/main" id="{EBAB6685-CFEE-0DD0-02DA-0E1FCFC9C9E6}"/>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1506267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對比需求分析</a:t>
            </a:r>
            <a:endParaRPr lang="en-US" altLang="zh-TW" dirty="0"/>
          </a:p>
          <a:p>
            <a:r>
              <a:rPr lang="zh-TW" altLang="en-US" dirty="0"/>
              <a:t>第一個需求，如同舉例是有一定機率可以輸入的非常迅速，但是也有可能要選擇的非常久，可以說是</a:t>
            </a:r>
            <a:r>
              <a:rPr lang="en-US" altLang="zh-TW" dirty="0" err="1"/>
              <a:t>bigO</a:t>
            </a:r>
            <a:r>
              <a:rPr lang="en-US" altLang="zh-TW" dirty="0"/>
              <a:t> n</a:t>
            </a:r>
            <a:r>
              <a:rPr lang="zh-TW" altLang="en-US" dirty="0"/>
              <a:t>，</a:t>
            </a:r>
            <a:r>
              <a:rPr lang="en-US" altLang="zh-TW" dirty="0"/>
              <a:t>big Omega 1</a:t>
            </a:r>
          </a:p>
          <a:p>
            <a:r>
              <a:rPr lang="zh-TW" altLang="en-US" dirty="0"/>
              <a:t>而智慧推薦則是完全沒有提供，折衷的方式是使用字典編譯，讓輸入設定的快捷鍵時可以顯示需要的詞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在</a:t>
            </a:r>
            <a:r>
              <a:rPr lang="en-US" altLang="zh-TW" dirty="0" err="1"/>
              <a:t>github</a:t>
            </a:r>
            <a:r>
              <a:rPr lang="zh-TW" altLang="en-US" dirty="0"/>
              <a:t>上面還有人提供了進階的</a:t>
            </a:r>
            <a:r>
              <a:rPr lang="en-US" altLang="zh-TW" dirty="0"/>
              <a:t>Schema</a:t>
            </a:r>
            <a:r>
              <a:rPr lang="zh-TW" altLang="en-US" dirty="0"/>
              <a:t>叫洋蔥方案</a:t>
            </a:r>
            <a:r>
              <a:rPr lang="en-US" altLang="zh-TW" dirty="0"/>
              <a:t>-</a:t>
            </a:r>
            <a:r>
              <a:rPr lang="zh-TW" altLang="en-US" dirty="0"/>
              <a:t>純注音版</a:t>
            </a:r>
            <a:endParaRPr lang="en-US" altLang="zh-TW" dirty="0"/>
          </a:p>
          <a:p>
            <a:r>
              <a:rPr lang="zh-TW" altLang="en-US" dirty="0"/>
              <a:t>在這個方案中解決了先前原開發方提供的ㄅㄆㄇㄈ的一些不便之處</a:t>
            </a:r>
            <a:endParaRPr lang="en-US" altLang="zh-TW" dirty="0"/>
          </a:p>
          <a:p>
            <a:r>
              <a:rPr lang="zh-TW" altLang="en-US" dirty="0"/>
              <a:t>首先是選字區可以翻頁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特殊標點符號更直覺</a:t>
            </a:r>
            <a:endParaRPr lang="en-US" altLang="zh-TW" dirty="0"/>
          </a:p>
          <a:p>
            <a:r>
              <a:rPr lang="zh-TW" altLang="en-US" dirty="0"/>
              <a:t>選詞時也可以以更快速的方式決定要調整哪個注音</a:t>
            </a:r>
            <a:endParaRPr lang="en-US" altLang="zh-TW" dirty="0"/>
          </a:p>
          <a:p>
            <a:r>
              <a:rPr lang="zh-TW" altLang="en-US" dirty="0"/>
              <a:t>這個部分稍微有點離題，我就不贅述了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洋蔥版的輸入法在使用上面補全了原版</a:t>
            </a:r>
            <a:r>
              <a:rPr lang="en-US" altLang="zh-TW" dirty="0"/>
              <a:t>Rime</a:t>
            </a:r>
            <a:r>
              <a:rPr lang="zh-TW" altLang="en-US" dirty="0"/>
              <a:t>注音的大部分缺點，甚至更進一步若是想要達到像是華碩輸入法同時輸入中英文，也可以透過這個</a:t>
            </a:r>
            <a:r>
              <a:rPr lang="en-US" altLang="zh-TW" dirty="0"/>
              <a:t>repo</a:t>
            </a:r>
            <a:r>
              <a:rPr lang="zh-TW" altLang="en-US" dirty="0"/>
              <a:t>提供的其他</a:t>
            </a:r>
            <a:r>
              <a:rPr lang="en-US" altLang="zh-TW" dirty="0"/>
              <a:t>Schema</a:t>
            </a:r>
            <a:r>
              <a:rPr lang="zh-TW" altLang="en-US" dirty="0"/>
              <a:t>達到。</a:t>
            </a:r>
            <a:endParaRPr lang="en-US" altLang="zh-TW" dirty="0"/>
          </a:p>
          <a:p>
            <a:r>
              <a:rPr lang="zh-TW" altLang="en-US" dirty="0"/>
              <a:t>而需求中的不用選字直接</a:t>
            </a:r>
            <a:r>
              <a:rPr lang="en-US" altLang="zh-TW" dirty="0"/>
              <a:t>Enter</a:t>
            </a:r>
            <a:r>
              <a:rPr lang="zh-TW" altLang="en-US" dirty="0"/>
              <a:t>雖然還是難以達到，但是相比其他輸入法或者微軟輸入法已經有非常大的提升</a:t>
            </a:r>
            <a:br>
              <a:rPr lang="en-US" altLang="zh-TW" dirty="0"/>
            </a:br>
            <a:r>
              <a:rPr lang="zh-TW" altLang="en-US" dirty="0"/>
              <a:t>智慧推薦依舊沒有提供，折衷方式仍然是透過字典添加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我的結論是這些輸入法雖然都沒辦法完全符合我提出了兩項修改方向，但是也大幅度提升了電腦輸入的體驗</a:t>
            </a:r>
            <a:endParaRPr lang="en-US" altLang="zh-TW" dirty="0"/>
          </a:p>
          <a:p>
            <a:endParaRPr lang="en-US" dirty="0"/>
          </a:p>
          <a:p>
            <a:r>
              <a:rPr lang="zh-TW" altLang="en-US" dirty="0"/>
              <a:t>華碩輸入法的學習成本最少，中英同時輸入也讓人耳目一新，同時智慧選字也部分縮短了選字的時間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而</a:t>
            </a:r>
            <a:r>
              <a:rPr lang="en-US" altLang="zh-TW" dirty="0"/>
              <a:t>Rime</a:t>
            </a:r>
            <a:r>
              <a:rPr lang="zh-TW" altLang="en-US" dirty="0"/>
              <a:t>搭配各種</a:t>
            </a:r>
            <a:r>
              <a:rPr lang="en-US" altLang="zh-TW" dirty="0"/>
              <a:t>Schema</a:t>
            </a:r>
            <a:r>
              <a:rPr lang="zh-TW" altLang="en-US" dirty="0"/>
              <a:t>的輸入法</a:t>
            </a:r>
            <a:endParaRPr lang="en-US" altLang="zh-TW" dirty="0"/>
          </a:p>
          <a:p>
            <a:r>
              <a:rPr lang="zh-TW" altLang="en-US" dirty="0"/>
              <a:t>雖然有的時候需要選詞，但是我認為比傳統輸入法更不會令人不耐煩的部分在於不用倒回去選，而是像手機一樣以詞為單位，更符合上下文跟邏輯</a:t>
            </a:r>
            <a:endParaRPr lang="en-US" altLang="zh-TW" dirty="0"/>
          </a:p>
          <a:p>
            <a:r>
              <a:rPr lang="zh-TW" altLang="en-US" dirty="0"/>
              <a:t>同時這個框架的擴展性高，可以在定義的部分很多，具有很高的發展性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而經過這些輸入法的試用之後</a:t>
            </a:r>
            <a:endParaRPr lang="en-US" altLang="zh-TW" dirty="0"/>
          </a:p>
          <a:p>
            <a:r>
              <a:rPr lang="zh-TW" altLang="en-US" dirty="0"/>
              <a:t>我認為原本的需求應該更進一步修改成以下兩點</a:t>
            </a:r>
            <a:endParaRPr lang="en-US" altLang="zh-TW" dirty="0"/>
          </a:p>
          <a:p>
            <a:r>
              <a:rPr lang="zh-TW" altLang="en-US" dirty="0"/>
              <a:t>分別是</a:t>
            </a:r>
            <a:endParaRPr lang="en-US" altLang="zh-TW" dirty="0"/>
          </a:p>
          <a:p>
            <a:r>
              <a:rPr lang="zh-TW" altLang="en-US" dirty="0"/>
              <a:t>像手機一樣顯示更多的推薦字，也就是原本的第二點需求</a:t>
            </a:r>
            <a:endParaRPr lang="en-US" altLang="zh-TW" dirty="0"/>
          </a:p>
          <a:p>
            <a:r>
              <a:rPr lang="zh-TW" altLang="en-US" dirty="0"/>
              <a:t>其二是依據上下文理解，當注音打錯時也可以顯示正確的推薦詞</a:t>
            </a:r>
            <a:endParaRPr lang="en-US" altLang="zh-TW" dirty="0"/>
          </a:p>
          <a:p>
            <a:endParaRPr lang="en-US" altLang="zh-TW"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而這兩個需求發展有機會大致透過以下三個步驟達成，</a:t>
            </a:r>
            <a:endParaRPr lang="en-US" altLang="zh-TW" dirty="0"/>
          </a:p>
          <a:p>
            <a:r>
              <a:rPr lang="zh-TW" altLang="en-US" dirty="0"/>
              <a:t>首先需要有輕量的</a:t>
            </a:r>
            <a:r>
              <a:rPr lang="en-US" altLang="zh-TW" dirty="0"/>
              <a:t>AI</a:t>
            </a:r>
            <a:r>
              <a:rPr lang="zh-TW" altLang="en-US" dirty="0"/>
              <a:t>達成推薦以及上下文理解</a:t>
            </a:r>
            <a:endParaRPr lang="en-US" altLang="zh-TW" dirty="0"/>
          </a:p>
          <a:p>
            <a:r>
              <a:rPr lang="zh-TW" altLang="en-US" dirty="0"/>
              <a:t>其次要試用</a:t>
            </a:r>
            <a:r>
              <a:rPr lang="en-US" altLang="zh-TW" dirty="0" err="1"/>
              <a:t>lua</a:t>
            </a:r>
            <a:r>
              <a:rPr lang="zh-TW" altLang="en-US" dirty="0"/>
              <a:t>連結</a:t>
            </a:r>
            <a:r>
              <a:rPr lang="en-US" altLang="zh-TW" dirty="0"/>
              <a:t>AI</a:t>
            </a:r>
            <a:r>
              <a:rPr lang="zh-TW" altLang="en-US" dirty="0"/>
              <a:t>與輸入法，</a:t>
            </a:r>
            <a:r>
              <a:rPr lang="en-US" altLang="zh-TW" dirty="0" err="1"/>
              <a:t>lua</a:t>
            </a:r>
            <a:r>
              <a:rPr lang="zh-TW" altLang="en-US" dirty="0"/>
              <a:t>是</a:t>
            </a:r>
            <a:r>
              <a:rPr lang="en-US" altLang="zh-TW" dirty="0"/>
              <a:t>rime</a:t>
            </a:r>
            <a:r>
              <a:rPr lang="zh-TW" altLang="en-US" dirty="0"/>
              <a:t>引擎的擴充檔案</a:t>
            </a:r>
            <a:endParaRPr lang="en-US" altLang="zh-TW" dirty="0"/>
          </a:p>
          <a:p>
            <a:r>
              <a:rPr lang="zh-TW" altLang="en-US" dirty="0"/>
              <a:t>最後透過</a:t>
            </a:r>
            <a:r>
              <a:rPr lang="en-US" altLang="zh-TW" dirty="0"/>
              <a:t>schema </a:t>
            </a:r>
            <a:r>
              <a:rPr lang="en-US" altLang="zh-TW" dirty="0" err="1"/>
              <a:t>yaml</a:t>
            </a:r>
            <a:r>
              <a:rPr lang="zh-TW" altLang="en-US" dirty="0"/>
              <a:t>註冊使用這個擴充檔案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3" name="圖片 2" descr="一張含有 文字, 字型, 標誌, 螢幕擷取畫面 的圖片&#10;&#10;AI 產生的內容可能不正確。">
            <a:extLst>
              <a:ext uri="{FF2B5EF4-FFF2-40B4-BE49-F238E27FC236}">
                <a16:creationId xmlns:a16="http://schemas.microsoft.com/office/drawing/2014/main" id="{79CB50C4-77C6-6F1C-7CA5-AAF06FB8A95D}"/>
              </a:ext>
            </a:extLst>
          </p:cNvPr>
          <p:cNvPicPr>
            <a:picLocks noChangeAspect="1"/>
          </p:cNvPicPr>
          <p:nvPr/>
        </p:nvPicPr>
        <p:blipFill>
          <a:blip r:embed="rId4"/>
          <a:stretch>
            <a:fillRect/>
          </a:stretch>
        </p:blipFill>
        <p:spPr>
          <a:xfrm>
            <a:off x="3257027" y="2566287"/>
            <a:ext cx="1019317" cy="685896"/>
          </a:xfrm>
          <a:prstGeom prst="rect">
            <a:avLst/>
          </a:prstGeom>
        </p:spPr>
      </p:pic>
      <p:pic>
        <p:nvPicPr>
          <p:cNvPr id="5" name="圖片 4" descr="一張含有 鍵盤, 輸入裝置, 辦公室設備, 數字 的圖片&#10;&#10;AI 產生的內容可能不正確。">
            <a:extLst>
              <a:ext uri="{FF2B5EF4-FFF2-40B4-BE49-F238E27FC236}">
                <a16:creationId xmlns:a16="http://schemas.microsoft.com/office/drawing/2014/main" id="{13E05C5D-4A75-14AE-C525-D1B310081F35}"/>
              </a:ext>
            </a:extLst>
          </p:cNvPr>
          <p:cNvPicPr>
            <a:picLocks noChangeAspect="1"/>
          </p:cNvPicPr>
          <p:nvPr/>
        </p:nvPicPr>
        <p:blipFill>
          <a:blip r:embed="rId5"/>
          <a:stretch>
            <a:fillRect/>
          </a:stretch>
        </p:blipFill>
        <p:spPr>
          <a:xfrm>
            <a:off x="5928100" y="2566287"/>
            <a:ext cx="6055816" cy="2047776"/>
          </a:xfrm>
          <a:prstGeom prst="rect">
            <a:avLst/>
          </a:prstGeom>
        </p:spPr>
      </p:pic>
      <p:pic>
        <p:nvPicPr>
          <p:cNvPr id="7" name="圖片 6">
            <a:extLst>
              <a:ext uri="{FF2B5EF4-FFF2-40B4-BE49-F238E27FC236}">
                <a16:creationId xmlns:a16="http://schemas.microsoft.com/office/drawing/2014/main" id="{678E6BC2-98F6-122E-AC43-96D3F4043208}"/>
              </a:ext>
            </a:extLst>
          </p:cNvPr>
          <p:cNvPicPr>
            <a:picLocks noChangeAspect="1"/>
          </p:cNvPicPr>
          <p:nvPr/>
        </p:nvPicPr>
        <p:blipFill>
          <a:blip r:embed="rId6"/>
          <a:stretch>
            <a:fillRect/>
          </a:stretch>
        </p:blipFill>
        <p:spPr>
          <a:xfrm>
            <a:off x="3257027" y="3821486"/>
            <a:ext cx="1009791" cy="44773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7244EB2-BEF5-5A7B-0F71-A901CCC81618}"/>
              </a:ext>
            </a:extLst>
          </p:cNvPr>
          <p:cNvSpPr/>
          <p:nvPr/>
        </p:nvSpPr>
        <p:spPr>
          <a:xfrm>
            <a:off x="845820" y="2899648"/>
            <a:ext cx="10435590" cy="3509010"/>
          </a:xfrm>
          <a:custGeom>
            <a:avLst/>
            <a:gdLst>
              <a:gd name="connsiteX0" fmla="*/ 0 w 10435590"/>
              <a:gd name="connsiteY0" fmla="*/ 0 h 3509010"/>
              <a:gd name="connsiteX1" fmla="*/ 371043 w 10435590"/>
              <a:gd name="connsiteY1" fmla="*/ 0 h 3509010"/>
              <a:gd name="connsiteX2" fmla="*/ 950798 w 10435590"/>
              <a:gd name="connsiteY2" fmla="*/ 0 h 3509010"/>
              <a:gd name="connsiteX3" fmla="*/ 1321841 w 10435590"/>
              <a:gd name="connsiteY3" fmla="*/ 0 h 3509010"/>
              <a:gd name="connsiteX4" fmla="*/ 1692885 w 10435590"/>
              <a:gd name="connsiteY4" fmla="*/ 0 h 3509010"/>
              <a:gd name="connsiteX5" fmla="*/ 2272640 w 10435590"/>
              <a:gd name="connsiteY5" fmla="*/ 0 h 3509010"/>
              <a:gd name="connsiteX6" fmla="*/ 3061106 w 10435590"/>
              <a:gd name="connsiteY6" fmla="*/ 0 h 3509010"/>
              <a:gd name="connsiteX7" fmla="*/ 3432150 w 10435590"/>
              <a:gd name="connsiteY7" fmla="*/ 0 h 3509010"/>
              <a:gd name="connsiteX8" fmla="*/ 3803193 w 10435590"/>
              <a:gd name="connsiteY8" fmla="*/ 0 h 3509010"/>
              <a:gd name="connsiteX9" fmla="*/ 4174236 w 10435590"/>
              <a:gd name="connsiteY9" fmla="*/ 0 h 3509010"/>
              <a:gd name="connsiteX10" fmla="*/ 4962703 w 10435590"/>
              <a:gd name="connsiteY10" fmla="*/ 0 h 3509010"/>
              <a:gd name="connsiteX11" fmla="*/ 5438102 w 10435590"/>
              <a:gd name="connsiteY11" fmla="*/ 0 h 3509010"/>
              <a:gd name="connsiteX12" fmla="*/ 6017857 w 10435590"/>
              <a:gd name="connsiteY12" fmla="*/ 0 h 3509010"/>
              <a:gd name="connsiteX13" fmla="*/ 6701968 w 10435590"/>
              <a:gd name="connsiteY13" fmla="*/ 0 h 3509010"/>
              <a:gd name="connsiteX14" fmla="*/ 6968655 w 10435590"/>
              <a:gd name="connsiteY14" fmla="*/ 0 h 3509010"/>
              <a:gd name="connsiteX15" fmla="*/ 7339698 w 10435590"/>
              <a:gd name="connsiteY15" fmla="*/ 0 h 3509010"/>
              <a:gd name="connsiteX16" fmla="*/ 7710742 w 10435590"/>
              <a:gd name="connsiteY16" fmla="*/ 0 h 3509010"/>
              <a:gd name="connsiteX17" fmla="*/ 8081785 w 10435590"/>
              <a:gd name="connsiteY17" fmla="*/ 0 h 3509010"/>
              <a:gd name="connsiteX18" fmla="*/ 8661540 w 10435590"/>
              <a:gd name="connsiteY18" fmla="*/ 0 h 3509010"/>
              <a:gd name="connsiteX19" fmla="*/ 9241295 w 10435590"/>
              <a:gd name="connsiteY19" fmla="*/ 0 h 3509010"/>
              <a:gd name="connsiteX20" fmla="*/ 9612338 w 10435590"/>
              <a:gd name="connsiteY20" fmla="*/ 0 h 3509010"/>
              <a:gd name="connsiteX21" fmla="*/ 10435590 w 10435590"/>
              <a:gd name="connsiteY21" fmla="*/ 0 h 3509010"/>
              <a:gd name="connsiteX22" fmla="*/ 10435590 w 10435590"/>
              <a:gd name="connsiteY22" fmla="*/ 549745 h 3509010"/>
              <a:gd name="connsiteX23" fmla="*/ 10435590 w 10435590"/>
              <a:gd name="connsiteY23" fmla="*/ 1169670 h 3509010"/>
              <a:gd name="connsiteX24" fmla="*/ 10435590 w 10435590"/>
              <a:gd name="connsiteY24" fmla="*/ 1754505 h 3509010"/>
              <a:gd name="connsiteX25" fmla="*/ 10435590 w 10435590"/>
              <a:gd name="connsiteY25" fmla="*/ 2234070 h 3509010"/>
              <a:gd name="connsiteX26" fmla="*/ 10435590 w 10435590"/>
              <a:gd name="connsiteY26" fmla="*/ 2783815 h 3509010"/>
              <a:gd name="connsiteX27" fmla="*/ 10435590 w 10435590"/>
              <a:gd name="connsiteY27" fmla="*/ 3509010 h 3509010"/>
              <a:gd name="connsiteX28" fmla="*/ 9855835 w 10435590"/>
              <a:gd name="connsiteY28" fmla="*/ 3509010 h 3509010"/>
              <a:gd name="connsiteX29" fmla="*/ 9380436 w 10435590"/>
              <a:gd name="connsiteY29" fmla="*/ 3509010 h 3509010"/>
              <a:gd name="connsiteX30" fmla="*/ 8800681 w 10435590"/>
              <a:gd name="connsiteY30" fmla="*/ 3509010 h 3509010"/>
              <a:gd name="connsiteX31" fmla="*/ 8220926 w 10435590"/>
              <a:gd name="connsiteY31" fmla="*/ 3509010 h 3509010"/>
              <a:gd name="connsiteX32" fmla="*/ 7745527 w 10435590"/>
              <a:gd name="connsiteY32" fmla="*/ 3509010 h 3509010"/>
              <a:gd name="connsiteX33" fmla="*/ 7270128 w 10435590"/>
              <a:gd name="connsiteY33" fmla="*/ 3509010 h 3509010"/>
              <a:gd name="connsiteX34" fmla="*/ 6690373 w 10435590"/>
              <a:gd name="connsiteY34" fmla="*/ 3509010 h 3509010"/>
              <a:gd name="connsiteX35" fmla="*/ 5901906 w 10435590"/>
              <a:gd name="connsiteY35" fmla="*/ 3509010 h 3509010"/>
              <a:gd name="connsiteX36" fmla="*/ 5530863 w 10435590"/>
              <a:gd name="connsiteY36" fmla="*/ 3509010 h 3509010"/>
              <a:gd name="connsiteX37" fmla="*/ 4846752 w 10435590"/>
              <a:gd name="connsiteY37" fmla="*/ 3509010 h 3509010"/>
              <a:gd name="connsiteX38" fmla="*/ 4475709 w 10435590"/>
              <a:gd name="connsiteY38" fmla="*/ 3509010 h 3509010"/>
              <a:gd name="connsiteX39" fmla="*/ 4000309 w 10435590"/>
              <a:gd name="connsiteY39" fmla="*/ 3509010 h 3509010"/>
              <a:gd name="connsiteX40" fmla="*/ 3629266 w 10435590"/>
              <a:gd name="connsiteY40" fmla="*/ 3509010 h 3509010"/>
              <a:gd name="connsiteX41" fmla="*/ 3049511 w 10435590"/>
              <a:gd name="connsiteY41" fmla="*/ 3509010 h 3509010"/>
              <a:gd name="connsiteX42" fmla="*/ 2574112 w 10435590"/>
              <a:gd name="connsiteY42" fmla="*/ 3509010 h 3509010"/>
              <a:gd name="connsiteX43" fmla="*/ 2307425 w 10435590"/>
              <a:gd name="connsiteY43" fmla="*/ 3509010 h 3509010"/>
              <a:gd name="connsiteX44" fmla="*/ 2040738 w 10435590"/>
              <a:gd name="connsiteY44" fmla="*/ 3509010 h 3509010"/>
              <a:gd name="connsiteX45" fmla="*/ 1356627 w 10435590"/>
              <a:gd name="connsiteY45" fmla="*/ 3509010 h 3509010"/>
              <a:gd name="connsiteX46" fmla="*/ 1089939 w 10435590"/>
              <a:gd name="connsiteY46" fmla="*/ 3509010 h 3509010"/>
              <a:gd name="connsiteX47" fmla="*/ 0 w 10435590"/>
              <a:gd name="connsiteY47" fmla="*/ 3509010 h 3509010"/>
              <a:gd name="connsiteX48" fmla="*/ 0 w 10435590"/>
              <a:gd name="connsiteY48" fmla="*/ 2889085 h 3509010"/>
              <a:gd name="connsiteX49" fmla="*/ 0 w 10435590"/>
              <a:gd name="connsiteY49" fmla="*/ 2304250 h 3509010"/>
              <a:gd name="connsiteX50" fmla="*/ 0 w 10435590"/>
              <a:gd name="connsiteY50" fmla="*/ 1754505 h 3509010"/>
              <a:gd name="connsiteX51" fmla="*/ 0 w 10435590"/>
              <a:gd name="connsiteY51" fmla="*/ 1204760 h 3509010"/>
              <a:gd name="connsiteX52" fmla="*/ 0 w 10435590"/>
              <a:gd name="connsiteY52" fmla="*/ 725195 h 3509010"/>
              <a:gd name="connsiteX53" fmla="*/ 0 w 10435590"/>
              <a:gd name="connsiteY53" fmla="*/ 0 h 35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0435590" h="3509010" fill="none" extrusionOk="0">
                <a:moveTo>
                  <a:pt x="0" y="0"/>
                </a:moveTo>
                <a:cubicBezTo>
                  <a:pt x="157814" y="-25321"/>
                  <a:pt x="249806" y="10960"/>
                  <a:pt x="371043" y="0"/>
                </a:cubicBezTo>
                <a:cubicBezTo>
                  <a:pt x="492280" y="-10960"/>
                  <a:pt x="764351" y="39253"/>
                  <a:pt x="950798" y="0"/>
                </a:cubicBezTo>
                <a:cubicBezTo>
                  <a:pt x="1137246" y="-39253"/>
                  <a:pt x="1146890" y="30084"/>
                  <a:pt x="1321841" y="0"/>
                </a:cubicBezTo>
                <a:cubicBezTo>
                  <a:pt x="1496792" y="-30084"/>
                  <a:pt x="1618109" y="8976"/>
                  <a:pt x="1692885" y="0"/>
                </a:cubicBezTo>
                <a:cubicBezTo>
                  <a:pt x="1767661" y="-8976"/>
                  <a:pt x="2103639" y="40088"/>
                  <a:pt x="2272640" y="0"/>
                </a:cubicBezTo>
                <a:cubicBezTo>
                  <a:pt x="2441642" y="-40088"/>
                  <a:pt x="2721509" y="19054"/>
                  <a:pt x="3061106" y="0"/>
                </a:cubicBezTo>
                <a:cubicBezTo>
                  <a:pt x="3400703" y="-19054"/>
                  <a:pt x="3295273" y="3370"/>
                  <a:pt x="3432150" y="0"/>
                </a:cubicBezTo>
                <a:cubicBezTo>
                  <a:pt x="3569027" y="-3370"/>
                  <a:pt x="3623230" y="40764"/>
                  <a:pt x="3803193" y="0"/>
                </a:cubicBezTo>
                <a:cubicBezTo>
                  <a:pt x="3983156" y="-40764"/>
                  <a:pt x="4056076" y="40565"/>
                  <a:pt x="4174236" y="0"/>
                </a:cubicBezTo>
                <a:cubicBezTo>
                  <a:pt x="4292396" y="-40565"/>
                  <a:pt x="4692273" y="39541"/>
                  <a:pt x="4962703" y="0"/>
                </a:cubicBezTo>
                <a:cubicBezTo>
                  <a:pt x="5233133" y="-39541"/>
                  <a:pt x="5232837" y="42142"/>
                  <a:pt x="5438102" y="0"/>
                </a:cubicBezTo>
                <a:cubicBezTo>
                  <a:pt x="5643367" y="-42142"/>
                  <a:pt x="5878521" y="12088"/>
                  <a:pt x="6017857" y="0"/>
                </a:cubicBezTo>
                <a:cubicBezTo>
                  <a:pt x="6157193" y="-12088"/>
                  <a:pt x="6449860" y="69362"/>
                  <a:pt x="6701968" y="0"/>
                </a:cubicBezTo>
                <a:cubicBezTo>
                  <a:pt x="6954076" y="-69362"/>
                  <a:pt x="6898469" y="3841"/>
                  <a:pt x="6968655" y="0"/>
                </a:cubicBezTo>
                <a:cubicBezTo>
                  <a:pt x="7038841" y="-3841"/>
                  <a:pt x="7170833" y="1270"/>
                  <a:pt x="7339698" y="0"/>
                </a:cubicBezTo>
                <a:cubicBezTo>
                  <a:pt x="7508563" y="-1270"/>
                  <a:pt x="7586679" y="35632"/>
                  <a:pt x="7710742" y="0"/>
                </a:cubicBezTo>
                <a:cubicBezTo>
                  <a:pt x="7834805" y="-35632"/>
                  <a:pt x="7902966" y="32437"/>
                  <a:pt x="8081785" y="0"/>
                </a:cubicBezTo>
                <a:cubicBezTo>
                  <a:pt x="8260604" y="-32437"/>
                  <a:pt x="8488432" y="12695"/>
                  <a:pt x="8661540" y="0"/>
                </a:cubicBezTo>
                <a:cubicBezTo>
                  <a:pt x="8834649" y="-12695"/>
                  <a:pt x="9114050" y="10747"/>
                  <a:pt x="9241295" y="0"/>
                </a:cubicBezTo>
                <a:cubicBezTo>
                  <a:pt x="9368540" y="-10747"/>
                  <a:pt x="9455907" y="24267"/>
                  <a:pt x="9612338" y="0"/>
                </a:cubicBezTo>
                <a:cubicBezTo>
                  <a:pt x="9768769" y="-24267"/>
                  <a:pt x="10075541" y="38774"/>
                  <a:pt x="10435590" y="0"/>
                </a:cubicBezTo>
                <a:cubicBezTo>
                  <a:pt x="10481923" y="249952"/>
                  <a:pt x="10381777" y="341059"/>
                  <a:pt x="10435590" y="549745"/>
                </a:cubicBezTo>
                <a:cubicBezTo>
                  <a:pt x="10489403" y="758431"/>
                  <a:pt x="10378492" y="971597"/>
                  <a:pt x="10435590" y="1169670"/>
                </a:cubicBezTo>
                <a:cubicBezTo>
                  <a:pt x="10492688" y="1367744"/>
                  <a:pt x="10367408" y="1584622"/>
                  <a:pt x="10435590" y="1754505"/>
                </a:cubicBezTo>
                <a:cubicBezTo>
                  <a:pt x="10503772" y="1924389"/>
                  <a:pt x="10403314" y="2092728"/>
                  <a:pt x="10435590" y="2234070"/>
                </a:cubicBezTo>
                <a:cubicBezTo>
                  <a:pt x="10467866" y="2375412"/>
                  <a:pt x="10434535" y="2567674"/>
                  <a:pt x="10435590" y="2783815"/>
                </a:cubicBezTo>
                <a:cubicBezTo>
                  <a:pt x="10436645" y="2999957"/>
                  <a:pt x="10388011" y="3233694"/>
                  <a:pt x="10435590" y="3509010"/>
                </a:cubicBezTo>
                <a:cubicBezTo>
                  <a:pt x="10150053" y="3559587"/>
                  <a:pt x="10079680" y="3473816"/>
                  <a:pt x="9855835" y="3509010"/>
                </a:cubicBezTo>
                <a:cubicBezTo>
                  <a:pt x="9631991" y="3544204"/>
                  <a:pt x="9483550" y="3489194"/>
                  <a:pt x="9380436" y="3509010"/>
                </a:cubicBezTo>
                <a:cubicBezTo>
                  <a:pt x="9277322" y="3528826"/>
                  <a:pt x="9075899" y="3468630"/>
                  <a:pt x="8800681" y="3509010"/>
                </a:cubicBezTo>
                <a:cubicBezTo>
                  <a:pt x="8525464" y="3549390"/>
                  <a:pt x="8455673" y="3479992"/>
                  <a:pt x="8220926" y="3509010"/>
                </a:cubicBezTo>
                <a:cubicBezTo>
                  <a:pt x="7986179" y="3538028"/>
                  <a:pt x="7869464" y="3462796"/>
                  <a:pt x="7745527" y="3509010"/>
                </a:cubicBezTo>
                <a:cubicBezTo>
                  <a:pt x="7621590" y="3555224"/>
                  <a:pt x="7429511" y="3508507"/>
                  <a:pt x="7270128" y="3509010"/>
                </a:cubicBezTo>
                <a:cubicBezTo>
                  <a:pt x="7110745" y="3509513"/>
                  <a:pt x="6911663" y="3490074"/>
                  <a:pt x="6690373" y="3509010"/>
                </a:cubicBezTo>
                <a:cubicBezTo>
                  <a:pt x="6469084" y="3527946"/>
                  <a:pt x="6170845" y="3504048"/>
                  <a:pt x="5901906" y="3509010"/>
                </a:cubicBezTo>
                <a:cubicBezTo>
                  <a:pt x="5632967" y="3513972"/>
                  <a:pt x="5657144" y="3500987"/>
                  <a:pt x="5530863" y="3509010"/>
                </a:cubicBezTo>
                <a:cubicBezTo>
                  <a:pt x="5404582" y="3517033"/>
                  <a:pt x="5099134" y="3487667"/>
                  <a:pt x="4846752" y="3509010"/>
                </a:cubicBezTo>
                <a:cubicBezTo>
                  <a:pt x="4594370" y="3530353"/>
                  <a:pt x="4614453" y="3498542"/>
                  <a:pt x="4475709" y="3509010"/>
                </a:cubicBezTo>
                <a:cubicBezTo>
                  <a:pt x="4336965" y="3519478"/>
                  <a:pt x="4176725" y="3480143"/>
                  <a:pt x="4000309" y="3509010"/>
                </a:cubicBezTo>
                <a:cubicBezTo>
                  <a:pt x="3823893" y="3537877"/>
                  <a:pt x="3742697" y="3497021"/>
                  <a:pt x="3629266" y="3509010"/>
                </a:cubicBezTo>
                <a:cubicBezTo>
                  <a:pt x="3515835" y="3520999"/>
                  <a:pt x="3262958" y="3451366"/>
                  <a:pt x="3049511" y="3509010"/>
                </a:cubicBezTo>
                <a:cubicBezTo>
                  <a:pt x="2836065" y="3566654"/>
                  <a:pt x="2676319" y="3480655"/>
                  <a:pt x="2574112" y="3509010"/>
                </a:cubicBezTo>
                <a:cubicBezTo>
                  <a:pt x="2471905" y="3537365"/>
                  <a:pt x="2407310" y="3494229"/>
                  <a:pt x="2307425" y="3509010"/>
                </a:cubicBezTo>
                <a:cubicBezTo>
                  <a:pt x="2207540" y="3523791"/>
                  <a:pt x="2121141" y="3483321"/>
                  <a:pt x="2040738" y="3509010"/>
                </a:cubicBezTo>
                <a:cubicBezTo>
                  <a:pt x="1960335" y="3534699"/>
                  <a:pt x="1571464" y="3468011"/>
                  <a:pt x="1356627" y="3509010"/>
                </a:cubicBezTo>
                <a:cubicBezTo>
                  <a:pt x="1141790" y="3550009"/>
                  <a:pt x="1205717" y="3499341"/>
                  <a:pt x="1089939" y="3509010"/>
                </a:cubicBezTo>
                <a:cubicBezTo>
                  <a:pt x="974161" y="3518679"/>
                  <a:pt x="291739" y="3424979"/>
                  <a:pt x="0" y="3509010"/>
                </a:cubicBezTo>
                <a:cubicBezTo>
                  <a:pt x="-47864" y="3382692"/>
                  <a:pt x="28983" y="3020632"/>
                  <a:pt x="0" y="2889085"/>
                </a:cubicBezTo>
                <a:cubicBezTo>
                  <a:pt x="-28983" y="2757538"/>
                  <a:pt x="57200" y="2442350"/>
                  <a:pt x="0" y="2304250"/>
                </a:cubicBezTo>
                <a:cubicBezTo>
                  <a:pt x="-57200" y="2166151"/>
                  <a:pt x="63854" y="1966061"/>
                  <a:pt x="0" y="1754505"/>
                </a:cubicBezTo>
                <a:cubicBezTo>
                  <a:pt x="-63854" y="1542950"/>
                  <a:pt x="53034" y="1471140"/>
                  <a:pt x="0" y="1204760"/>
                </a:cubicBezTo>
                <a:cubicBezTo>
                  <a:pt x="-53034" y="938381"/>
                  <a:pt x="8456" y="873286"/>
                  <a:pt x="0" y="725195"/>
                </a:cubicBezTo>
                <a:cubicBezTo>
                  <a:pt x="-8456" y="577105"/>
                  <a:pt x="50744" y="258487"/>
                  <a:pt x="0" y="0"/>
                </a:cubicBezTo>
                <a:close/>
              </a:path>
              <a:path w="10435590" h="3509010" stroke="0" extrusionOk="0">
                <a:moveTo>
                  <a:pt x="0" y="0"/>
                </a:moveTo>
                <a:cubicBezTo>
                  <a:pt x="174098" y="-59866"/>
                  <a:pt x="461387" y="75297"/>
                  <a:pt x="684111" y="0"/>
                </a:cubicBezTo>
                <a:cubicBezTo>
                  <a:pt x="906835" y="-75297"/>
                  <a:pt x="1250155" y="86990"/>
                  <a:pt x="1472578" y="0"/>
                </a:cubicBezTo>
                <a:cubicBezTo>
                  <a:pt x="1695001" y="-86990"/>
                  <a:pt x="1895764" y="896"/>
                  <a:pt x="2156689" y="0"/>
                </a:cubicBezTo>
                <a:cubicBezTo>
                  <a:pt x="2417614" y="-896"/>
                  <a:pt x="2589600" y="64855"/>
                  <a:pt x="2945155" y="0"/>
                </a:cubicBezTo>
                <a:cubicBezTo>
                  <a:pt x="3300710" y="-64855"/>
                  <a:pt x="3404147" y="53645"/>
                  <a:pt x="3524910" y="0"/>
                </a:cubicBezTo>
                <a:cubicBezTo>
                  <a:pt x="3645674" y="-53645"/>
                  <a:pt x="3881621" y="66600"/>
                  <a:pt x="4104665" y="0"/>
                </a:cubicBezTo>
                <a:cubicBezTo>
                  <a:pt x="4327710" y="-66600"/>
                  <a:pt x="4467558" y="7997"/>
                  <a:pt x="4580065" y="0"/>
                </a:cubicBezTo>
                <a:cubicBezTo>
                  <a:pt x="4692572" y="-7997"/>
                  <a:pt x="4983664" y="4667"/>
                  <a:pt x="5264175" y="0"/>
                </a:cubicBezTo>
                <a:cubicBezTo>
                  <a:pt x="5544686" y="-4667"/>
                  <a:pt x="5520138" y="4693"/>
                  <a:pt x="5635219" y="0"/>
                </a:cubicBezTo>
                <a:cubicBezTo>
                  <a:pt x="5750300" y="-4693"/>
                  <a:pt x="6081604" y="17046"/>
                  <a:pt x="6319330" y="0"/>
                </a:cubicBezTo>
                <a:cubicBezTo>
                  <a:pt x="6557056" y="-17046"/>
                  <a:pt x="6493137" y="26425"/>
                  <a:pt x="6586017" y="0"/>
                </a:cubicBezTo>
                <a:cubicBezTo>
                  <a:pt x="6678897" y="-26425"/>
                  <a:pt x="6810090" y="32264"/>
                  <a:pt x="6957060" y="0"/>
                </a:cubicBezTo>
                <a:cubicBezTo>
                  <a:pt x="7104030" y="-32264"/>
                  <a:pt x="7134190" y="9910"/>
                  <a:pt x="7223747" y="0"/>
                </a:cubicBezTo>
                <a:cubicBezTo>
                  <a:pt x="7313304" y="-9910"/>
                  <a:pt x="7577278" y="3773"/>
                  <a:pt x="7907858" y="0"/>
                </a:cubicBezTo>
                <a:cubicBezTo>
                  <a:pt x="8238438" y="-3773"/>
                  <a:pt x="8400119" y="52027"/>
                  <a:pt x="8591969" y="0"/>
                </a:cubicBezTo>
                <a:cubicBezTo>
                  <a:pt x="8783819" y="-52027"/>
                  <a:pt x="8855361" y="16079"/>
                  <a:pt x="8963012" y="0"/>
                </a:cubicBezTo>
                <a:cubicBezTo>
                  <a:pt x="9070663" y="-16079"/>
                  <a:pt x="9284791" y="14113"/>
                  <a:pt x="9438411" y="0"/>
                </a:cubicBezTo>
                <a:cubicBezTo>
                  <a:pt x="9592031" y="-14113"/>
                  <a:pt x="10126181" y="78570"/>
                  <a:pt x="10435590" y="0"/>
                </a:cubicBezTo>
                <a:cubicBezTo>
                  <a:pt x="10447640" y="227956"/>
                  <a:pt x="10417919" y="379114"/>
                  <a:pt x="10435590" y="584835"/>
                </a:cubicBezTo>
                <a:cubicBezTo>
                  <a:pt x="10453261" y="790556"/>
                  <a:pt x="10377802" y="923987"/>
                  <a:pt x="10435590" y="1204760"/>
                </a:cubicBezTo>
                <a:cubicBezTo>
                  <a:pt x="10493378" y="1485533"/>
                  <a:pt x="10409848" y="1580154"/>
                  <a:pt x="10435590" y="1719415"/>
                </a:cubicBezTo>
                <a:cubicBezTo>
                  <a:pt x="10461332" y="1858677"/>
                  <a:pt x="10411558" y="2040241"/>
                  <a:pt x="10435590" y="2269160"/>
                </a:cubicBezTo>
                <a:cubicBezTo>
                  <a:pt x="10459622" y="2498080"/>
                  <a:pt x="10391086" y="2671938"/>
                  <a:pt x="10435590" y="2853995"/>
                </a:cubicBezTo>
                <a:cubicBezTo>
                  <a:pt x="10480094" y="3036053"/>
                  <a:pt x="10372321" y="3219491"/>
                  <a:pt x="10435590" y="3509010"/>
                </a:cubicBezTo>
                <a:cubicBezTo>
                  <a:pt x="10206863" y="3538154"/>
                  <a:pt x="10061133" y="3471242"/>
                  <a:pt x="9960191" y="3509010"/>
                </a:cubicBezTo>
                <a:cubicBezTo>
                  <a:pt x="9859249" y="3546778"/>
                  <a:pt x="9751539" y="3508102"/>
                  <a:pt x="9693504" y="3509010"/>
                </a:cubicBezTo>
                <a:cubicBezTo>
                  <a:pt x="9635469" y="3509918"/>
                  <a:pt x="9242159" y="3452509"/>
                  <a:pt x="9113749" y="3509010"/>
                </a:cubicBezTo>
                <a:cubicBezTo>
                  <a:pt x="8985339" y="3565511"/>
                  <a:pt x="8788158" y="3466014"/>
                  <a:pt x="8638350" y="3509010"/>
                </a:cubicBezTo>
                <a:cubicBezTo>
                  <a:pt x="8488542" y="3552006"/>
                  <a:pt x="8329550" y="3469797"/>
                  <a:pt x="8058595" y="3509010"/>
                </a:cubicBezTo>
                <a:cubicBezTo>
                  <a:pt x="7787641" y="3548223"/>
                  <a:pt x="7652004" y="3470592"/>
                  <a:pt x="7478840" y="3509010"/>
                </a:cubicBezTo>
                <a:cubicBezTo>
                  <a:pt x="7305676" y="3547428"/>
                  <a:pt x="7180346" y="3478005"/>
                  <a:pt x="7003440" y="3509010"/>
                </a:cubicBezTo>
                <a:cubicBezTo>
                  <a:pt x="6826534" y="3540015"/>
                  <a:pt x="6565250" y="3472286"/>
                  <a:pt x="6319330" y="3509010"/>
                </a:cubicBezTo>
                <a:cubicBezTo>
                  <a:pt x="6073410" y="3545734"/>
                  <a:pt x="6018688" y="3505149"/>
                  <a:pt x="5843930" y="3509010"/>
                </a:cubicBezTo>
                <a:cubicBezTo>
                  <a:pt x="5669172" y="3512871"/>
                  <a:pt x="5320556" y="3462135"/>
                  <a:pt x="5055464" y="3509010"/>
                </a:cubicBezTo>
                <a:cubicBezTo>
                  <a:pt x="4790372" y="3555885"/>
                  <a:pt x="4610471" y="3473835"/>
                  <a:pt x="4371353" y="3509010"/>
                </a:cubicBezTo>
                <a:cubicBezTo>
                  <a:pt x="4132235" y="3544185"/>
                  <a:pt x="4002169" y="3477935"/>
                  <a:pt x="3687242" y="3509010"/>
                </a:cubicBezTo>
                <a:cubicBezTo>
                  <a:pt x="3372315" y="3540085"/>
                  <a:pt x="3106455" y="3439436"/>
                  <a:pt x="2898775" y="3509010"/>
                </a:cubicBezTo>
                <a:cubicBezTo>
                  <a:pt x="2691095" y="3578584"/>
                  <a:pt x="2518665" y="3496384"/>
                  <a:pt x="2319020" y="3509010"/>
                </a:cubicBezTo>
                <a:cubicBezTo>
                  <a:pt x="2119375" y="3521636"/>
                  <a:pt x="1810997" y="3461039"/>
                  <a:pt x="1530553" y="3509010"/>
                </a:cubicBezTo>
                <a:cubicBezTo>
                  <a:pt x="1250109" y="3556981"/>
                  <a:pt x="1184100" y="3472776"/>
                  <a:pt x="1055154" y="3509010"/>
                </a:cubicBezTo>
                <a:cubicBezTo>
                  <a:pt x="926208" y="3545244"/>
                  <a:pt x="845157" y="3492039"/>
                  <a:pt x="788467" y="3509010"/>
                </a:cubicBezTo>
                <a:cubicBezTo>
                  <a:pt x="731777" y="3525981"/>
                  <a:pt x="296711" y="3469895"/>
                  <a:pt x="0" y="3509010"/>
                </a:cubicBezTo>
                <a:cubicBezTo>
                  <a:pt x="-64209" y="3325056"/>
                  <a:pt x="18448" y="3118055"/>
                  <a:pt x="0" y="2924175"/>
                </a:cubicBezTo>
                <a:cubicBezTo>
                  <a:pt x="-18448" y="2730296"/>
                  <a:pt x="44504" y="2570826"/>
                  <a:pt x="0" y="2444610"/>
                </a:cubicBezTo>
                <a:cubicBezTo>
                  <a:pt x="-44504" y="2318395"/>
                  <a:pt x="18168" y="2086935"/>
                  <a:pt x="0" y="1929956"/>
                </a:cubicBezTo>
                <a:cubicBezTo>
                  <a:pt x="-18168" y="1772977"/>
                  <a:pt x="54065" y="1583481"/>
                  <a:pt x="0" y="1415301"/>
                </a:cubicBezTo>
                <a:cubicBezTo>
                  <a:pt x="-54065" y="1247122"/>
                  <a:pt x="54919" y="1081895"/>
                  <a:pt x="0" y="900646"/>
                </a:cubicBezTo>
                <a:cubicBezTo>
                  <a:pt x="-54919" y="719398"/>
                  <a:pt x="26086" y="263514"/>
                  <a:pt x="0" y="0"/>
                </a:cubicBezTo>
                <a:close/>
              </a:path>
            </a:pathLst>
          </a:custGeom>
          <a:solidFill>
            <a:srgbClr val="FEF7E0"/>
          </a:solidFill>
          <a:ln>
            <a:solidFill>
              <a:schemeClr val="tx1"/>
            </a:solidFill>
            <a:extLst>
              <a:ext uri="{C807C97D-BFC1-408E-A445-0C87EB9F89A2}">
                <ask:lineSketchStyleProps xmlns:ask="http://schemas.microsoft.com/office/drawing/2018/sketchyshapes" sd="2343225421">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40" name="群組 39">
            <a:extLst>
              <a:ext uri="{FF2B5EF4-FFF2-40B4-BE49-F238E27FC236}">
                <a16:creationId xmlns:a16="http://schemas.microsoft.com/office/drawing/2014/main" id="{65E3B4B7-041F-BC61-1BAE-A0E15B1A7C06}"/>
              </a:ext>
            </a:extLst>
          </p:cNvPr>
          <p:cNvGrpSpPr/>
          <p:nvPr/>
        </p:nvGrpSpPr>
        <p:grpSpPr>
          <a:xfrm>
            <a:off x="2443380" y="3507687"/>
            <a:ext cx="7305239" cy="2292931"/>
            <a:chOff x="1010047" y="3145606"/>
            <a:chExt cx="7305239" cy="2292931"/>
          </a:xfrm>
        </p:grpSpPr>
        <p:sp>
          <p:nvSpPr>
            <p:cNvPr id="4" name="文字方塊 3">
              <a:extLst>
                <a:ext uri="{FF2B5EF4-FFF2-40B4-BE49-F238E27FC236}">
                  <a16:creationId xmlns:a16="http://schemas.microsoft.com/office/drawing/2014/main" id="{B6AC75FC-59FE-1587-0577-A708F35FF7A1}"/>
                </a:ext>
              </a:extLst>
            </p:cNvPr>
            <p:cNvSpPr txBox="1"/>
            <p:nvPr/>
          </p:nvSpPr>
          <p:spPr>
            <a:xfrm>
              <a:off x="3642829" y="3413998"/>
              <a:ext cx="1112052" cy="369332"/>
            </a:xfrm>
            <a:prstGeom prst="rect">
              <a:avLst/>
            </a:prstGeom>
            <a:noFill/>
          </p:spPr>
          <p:txBody>
            <a:bodyPr wrap="square" rtlCol="0">
              <a:spAutoFit/>
            </a:bodyPr>
            <a:lstStyle/>
            <a:p>
              <a:r>
                <a:rPr lang="en-US" altLang="zh-TW" dirty="0"/>
                <a:t>Delete</a:t>
              </a:r>
              <a:r>
                <a:rPr lang="zh-TW" altLang="en-US" dirty="0"/>
                <a:t>*</a:t>
              </a:r>
              <a:r>
                <a:rPr lang="en-US" altLang="zh-TW" dirty="0"/>
                <a:t>2 </a:t>
              </a:r>
            </a:p>
          </p:txBody>
        </p:sp>
        <p:pic>
          <p:nvPicPr>
            <p:cNvPr id="8" name="圖片 7">
              <a:extLst>
                <a:ext uri="{FF2B5EF4-FFF2-40B4-BE49-F238E27FC236}">
                  <a16:creationId xmlns:a16="http://schemas.microsoft.com/office/drawing/2014/main" id="{5341ECFE-1335-1701-67EB-76E7740D4261}"/>
                </a:ext>
              </a:extLst>
            </p:cNvPr>
            <p:cNvPicPr>
              <a:picLocks noChangeAspect="1"/>
            </p:cNvPicPr>
            <p:nvPr/>
          </p:nvPicPr>
          <p:blipFill>
            <a:blip r:embed="rId4"/>
            <a:stretch>
              <a:fillRect/>
            </a:stretch>
          </p:blipFill>
          <p:spPr>
            <a:xfrm>
              <a:off x="1010047" y="3866159"/>
              <a:ext cx="787804" cy="831571"/>
            </a:xfrm>
            <a:prstGeom prst="rect">
              <a:avLst/>
            </a:prstGeom>
          </p:spPr>
        </p:pic>
        <p:cxnSp>
          <p:nvCxnSpPr>
            <p:cNvPr id="10" name="直線單箭頭接點 9">
              <a:extLst>
                <a:ext uri="{FF2B5EF4-FFF2-40B4-BE49-F238E27FC236}">
                  <a16:creationId xmlns:a16="http://schemas.microsoft.com/office/drawing/2014/main" id="{C5609C27-B36C-B0F6-6166-FF037526657F}"/>
                </a:ext>
              </a:extLst>
            </p:cNvPr>
            <p:cNvCxnSpPr>
              <a:cxnSpLocks/>
              <a:stCxn id="8" idx="3"/>
              <a:endCxn id="4" idx="1"/>
            </p:cNvCxnSpPr>
            <p:nvPr/>
          </p:nvCxnSpPr>
          <p:spPr>
            <a:xfrm flipV="1">
              <a:off x="1797851" y="3598664"/>
              <a:ext cx="1844978" cy="6832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2" name="圖片 11">
              <a:extLst>
                <a:ext uri="{FF2B5EF4-FFF2-40B4-BE49-F238E27FC236}">
                  <a16:creationId xmlns:a16="http://schemas.microsoft.com/office/drawing/2014/main" id="{6E4B366A-9646-2BC6-2FD8-1AF37795D203}"/>
                </a:ext>
              </a:extLst>
            </p:cNvPr>
            <p:cNvPicPr>
              <a:picLocks noChangeAspect="1"/>
            </p:cNvPicPr>
            <p:nvPr/>
          </p:nvPicPr>
          <p:blipFill>
            <a:blip r:embed="rId5"/>
            <a:stretch>
              <a:fillRect/>
            </a:stretch>
          </p:blipFill>
          <p:spPr>
            <a:xfrm>
              <a:off x="5852863" y="3145606"/>
              <a:ext cx="1112052" cy="906116"/>
            </a:xfrm>
            <a:prstGeom prst="rect">
              <a:avLst/>
            </a:prstGeom>
          </p:spPr>
        </p:pic>
        <p:cxnSp>
          <p:nvCxnSpPr>
            <p:cNvPr id="14" name="直線單箭頭接點 13">
              <a:extLst>
                <a:ext uri="{FF2B5EF4-FFF2-40B4-BE49-F238E27FC236}">
                  <a16:creationId xmlns:a16="http://schemas.microsoft.com/office/drawing/2014/main" id="{32CC9295-9EC4-7971-D993-294CFB4D3333}"/>
                </a:ext>
              </a:extLst>
            </p:cNvPr>
            <p:cNvCxnSpPr>
              <a:cxnSpLocks/>
              <a:stCxn id="4" idx="3"/>
              <a:endCxn id="12" idx="1"/>
            </p:cNvCxnSpPr>
            <p:nvPr/>
          </p:nvCxnSpPr>
          <p:spPr>
            <a:xfrm>
              <a:off x="4754881" y="3598664"/>
              <a:ext cx="10979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文字方塊 19">
              <a:extLst>
                <a:ext uri="{FF2B5EF4-FFF2-40B4-BE49-F238E27FC236}">
                  <a16:creationId xmlns:a16="http://schemas.microsoft.com/office/drawing/2014/main" id="{EAC74EE0-06D5-BBCD-3CDB-A5AF6F7A50E5}"/>
                </a:ext>
              </a:extLst>
            </p:cNvPr>
            <p:cNvSpPr txBox="1"/>
            <p:nvPr/>
          </p:nvSpPr>
          <p:spPr>
            <a:xfrm>
              <a:off x="3642828" y="4699873"/>
              <a:ext cx="1386371" cy="738664"/>
            </a:xfrm>
            <a:prstGeom prst="rect">
              <a:avLst/>
            </a:prstGeom>
            <a:noFill/>
          </p:spPr>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依照微軟輸入法的邏輯直接修改聲母韻母</a:t>
              </a:r>
              <a:endParaRPr lang="en-US" altLang="zh-TW" sz="1400" dirty="0">
                <a:latin typeface="微軟正黑體" panose="020B0604030504040204" pitchFamily="34" charset="-120"/>
                <a:ea typeface="微軟正黑體" panose="020B0604030504040204" pitchFamily="34" charset="-120"/>
              </a:endParaRPr>
            </a:p>
          </p:txBody>
        </p:sp>
        <p:cxnSp>
          <p:nvCxnSpPr>
            <p:cNvPr id="21" name="直線單箭頭接點 20">
              <a:extLst>
                <a:ext uri="{FF2B5EF4-FFF2-40B4-BE49-F238E27FC236}">
                  <a16:creationId xmlns:a16="http://schemas.microsoft.com/office/drawing/2014/main" id="{39248D35-C085-6082-320A-B0BAFF328EFB}"/>
                </a:ext>
              </a:extLst>
            </p:cNvPr>
            <p:cNvCxnSpPr>
              <a:cxnSpLocks/>
              <a:stCxn id="8" idx="3"/>
              <a:endCxn id="20" idx="1"/>
            </p:cNvCxnSpPr>
            <p:nvPr/>
          </p:nvCxnSpPr>
          <p:spPr>
            <a:xfrm>
              <a:off x="1797851" y="4281945"/>
              <a:ext cx="1844977" cy="7872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a:extLst>
                <a:ext uri="{FF2B5EF4-FFF2-40B4-BE49-F238E27FC236}">
                  <a16:creationId xmlns:a16="http://schemas.microsoft.com/office/drawing/2014/main" id="{ECE2F9C7-4BEB-18F0-4A43-1C1919C0B3D8}"/>
                </a:ext>
              </a:extLst>
            </p:cNvPr>
            <p:cNvCxnSpPr>
              <a:cxnSpLocks/>
              <a:endCxn id="37" idx="1"/>
            </p:cNvCxnSpPr>
            <p:nvPr/>
          </p:nvCxnSpPr>
          <p:spPr>
            <a:xfrm>
              <a:off x="5029199" y="5069205"/>
              <a:ext cx="96845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1" name="圖片 30">
              <a:extLst>
                <a:ext uri="{FF2B5EF4-FFF2-40B4-BE49-F238E27FC236}">
                  <a16:creationId xmlns:a16="http://schemas.microsoft.com/office/drawing/2014/main" id="{A78E9983-1917-6828-F9D9-46F3813D8D71}"/>
                </a:ext>
              </a:extLst>
            </p:cNvPr>
            <p:cNvPicPr>
              <a:picLocks noChangeAspect="1"/>
            </p:cNvPicPr>
            <p:nvPr/>
          </p:nvPicPr>
          <p:blipFill>
            <a:blip r:embed="rId6"/>
            <a:stretch>
              <a:fillRect/>
            </a:stretch>
          </p:blipFill>
          <p:spPr>
            <a:xfrm>
              <a:off x="6964915" y="4675575"/>
              <a:ext cx="1350371" cy="738664"/>
            </a:xfrm>
            <a:prstGeom prst="rect">
              <a:avLst/>
            </a:prstGeom>
          </p:spPr>
        </p:pic>
        <p:pic>
          <p:nvPicPr>
            <p:cNvPr id="37" name="圖片 36">
              <a:extLst>
                <a:ext uri="{FF2B5EF4-FFF2-40B4-BE49-F238E27FC236}">
                  <a16:creationId xmlns:a16="http://schemas.microsoft.com/office/drawing/2014/main" id="{2AEF6812-8CD9-7643-6B6A-8DCB49CE2D30}"/>
                </a:ext>
              </a:extLst>
            </p:cNvPr>
            <p:cNvPicPr>
              <a:picLocks noChangeAspect="1"/>
            </p:cNvPicPr>
            <p:nvPr/>
          </p:nvPicPr>
          <p:blipFill>
            <a:blip r:embed="rId7"/>
            <a:stretch>
              <a:fillRect/>
            </a:stretch>
          </p:blipFill>
          <p:spPr>
            <a:xfrm>
              <a:off x="5997655" y="4723576"/>
              <a:ext cx="925583" cy="691258"/>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ADA5031-1A21-EE2D-E92D-69A7677F3425}"/>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3D6B7C7D-94F9-70A6-B817-B2570DCFC99E}"/>
              </a:ext>
            </a:extLst>
          </p:cNvPr>
          <p:cNvSpPr/>
          <p:nvPr/>
        </p:nvSpPr>
        <p:spPr>
          <a:xfrm>
            <a:off x="925829" y="3646170"/>
            <a:ext cx="207511" cy="153098"/>
          </a:xfrm>
          <a:prstGeom prst="rect">
            <a:avLst/>
          </a:prstGeom>
          <a:solidFill>
            <a:srgbClr val="FEF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20CD01FB-114E-DB8D-FBD7-443D03C5E506}"/>
              </a:ext>
            </a:extLst>
          </p:cNvPr>
          <p:cNvSpPr/>
          <p:nvPr/>
        </p:nvSpPr>
        <p:spPr>
          <a:xfrm>
            <a:off x="919389" y="4599207"/>
            <a:ext cx="207511" cy="211052"/>
          </a:xfrm>
          <a:prstGeom prst="rect">
            <a:avLst/>
          </a:prstGeom>
          <a:solidFill>
            <a:srgbClr val="FEF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 name="減號 3">
            <a:extLst>
              <a:ext uri="{FF2B5EF4-FFF2-40B4-BE49-F238E27FC236}">
                <a16:creationId xmlns:a16="http://schemas.microsoft.com/office/drawing/2014/main" id="{B6DA9AC0-0644-F118-6559-C00B8252FDD1}"/>
              </a:ext>
            </a:extLst>
          </p:cNvPr>
          <p:cNvSpPr/>
          <p:nvPr/>
        </p:nvSpPr>
        <p:spPr>
          <a:xfrm>
            <a:off x="886870" y="3602704"/>
            <a:ext cx="240030" cy="240030"/>
          </a:xfrm>
          <a:prstGeom prst="mathMinus">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dirty="0"/>
          </a:p>
        </p:txBody>
      </p:sp>
      <p:sp>
        <p:nvSpPr>
          <p:cNvPr id="5" name="減號 4">
            <a:extLst>
              <a:ext uri="{FF2B5EF4-FFF2-40B4-BE49-F238E27FC236}">
                <a16:creationId xmlns:a16="http://schemas.microsoft.com/office/drawing/2014/main" id="{EF7820ED-0EB8-3545-61E5-BD51EB86EEA9}"/>
              </a:ext>
            </a:extLst>
          </p:cNvPr>
          <p:cNvSpPr/>
          <p:nvPr/>
        </p:nvSpPr>
        <p:spPr>
          <a:xfrm>
            <a:off x="886870" y="4584718"/>
            <a:ext cx="240030" cy="240030"/>
          </a:xfrm>
          <a:prstGeom prst="mathMinus">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482847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E8CD1E1-EFC7-BC5E-2870-B98E99E0AE66}"/>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B4B1F1A0-3F36-2547-BA71-DF2F5AF79EF4}"/>
              </a:ext>
            </a:extLst>
          </p:cNvPr>
          <p:cNvSpPr/>
          <p:nvPr/>
        </p:nvSpPr>
        <p:spPr>
          <a:xfrm>
            <a:off x="845820" y="1965960"/>
            <a:ext cx="10504170" cy="2465308"/>
          </a:xfrm>
          <a:custGeom>
            <a:avLst/>
            <a:gdLst>
              <a:gd name="connsiteX0" fmla="*/ 0 w 10504170"/>
              <a:gd name="connsiteY0" fmla="*/ 0 h 2465308"/>
              <a:gd name="connsiteX1" fmla="*/ 373482 w 10504170"/>
              <a:gd name="connsiteY1" fmla="*/ 0 h 2465308"/>
              <a:gd name="connsiteX2" fmla="*/ 746963 w 10504170"/>
              <a:gd name="connsiteY2" fmla="*/ 0 h 2465308"/>
              <a:gd name="connsiteX3" fmla="*/ 1225486 w 10504170"/>
              <a:gd name="connsiteY3" fmla="*/ 0 h 2465308"/>
              <a:gd name="connsiteX4" fmla="*/ 1809051 w 10504170"/>
              <a:gd name="connsiteY4" fmla="*/ 0 h 2465308"/>
              <a:gd name="connsiteX5" fmla="*/ 2182533 w 10504170"/>
              <a:gd name="connsiteY5" fmla="*/ 0 h 2465308"/>
              <a:gd name="connsiteX6" fmla="*/ 2556015 w 10504170"/>
              <a:gd name="connsiteY6" fmla="*/ 0 h 2465308"/>
              <a:gd name="connsiteX7" fmla="*/ 3139580 w 10504170"/>
              <a:gd name="connsiteY7" fmla="*/ 0 h 2465308"/>
              <a:gd name="connsiteX8" fmla="*/ 3933228 w 10504170"/>
              <a:gd name="connsiteY8" fmla="*/ 0 h 2465308"/>
              <a:gd name="connsiteX9" fmla="*/ 4306710 w 10504170"/>
              <a:gd name="connsiteY9" fmla="*/ 0 h 2465308"/>
              <a:gd name="connsiteX10" fmla="*/ 4680191 w 10504170"/>
              <a:gd name="connsiteY10" fmla="*/ 0 h 2465308"/>
              <a:gd name="connsiteX11" fmla="*/ 5053673 w 10504170"/>
              <a:gd name="connsiteY11" fmla="*/ 0 h 2465308"/>
              <a:gd name="connsiteX12" fmla="*/ 5847321 w 10504170"/>
              <a:gd name="connsiteY12" fmla="*/ 0 h 2465308"/>
              <a:gd name="connsiteX13" fmla="*/ 6325845 w 10504170"/>
              <a:gd name="connsiteY13" fmla="*/ 0 h 2465308"/>
              <a:gd name="connsiteX14" fmla="*/ 6909410 w 10504170"/>
              <a:gd name="connsiteY14" fmla="*/ 0 h 2465308"/>
              <a:gd name="connsiteX15" fmla="*/ 7598016 w 10504170"/>
              <a:gd name="connsiteY15" fmla="*/ 0 h 2465308"/>
              <a:gd name="connsiteX16" fmla="*/ 7866456 w 10504170"/>
              <a:gd name="connsiteY16" fmla="*/ 0 h 2465308"/>
              <a:gd name="connsiteX17" fmla="*/ 8239938 w 10504170"/>
              <a:gd name="connsiteY17" fmla="*/ 0 h 2465308"/>
              <a:gd name="connsiteX18" fmla="*/ 8613419 w 10504170"/>
              <a:gd name="connsiteY18" fmla="*/ 0 h 2465308"/>
              <a:gd name="connsiteX19" fmla="*/ 8986901 w 10504170"/>
              <a:gd name="connsiteY19" fmla="*/ 0 h 2465308"/>
              <a:gd name="connsiteX20" fmla="*/ 9570466 w 10504170"/>
              <a:gd name="connsiteY20" fmla="*/ 0 h 2465308"/>
              <a:gd name="connsiteX21" fmla="*/ 10504170 w 10504170"/>
              <a:gd name="connsiteY21" fmla="*/ 0 h 2465308"/>
              <a:gd name="connsiteX22" fmla="*/ 10504170 w 10504170"/>
              <a:gd name="connsiteY22" fmla="*/ 443755 h 2465308"/>
              <a:gd name="connsiteX23" fmla="*/ 10504170 w 10504170"/>
              <a:gd name="connsiteY23" fmla="*/ 912164 h 2465308"/>
              <a:gd name="connsiteX24" fmla="*/ 10504170 w 10504170"/>
              <a:gd name="connsiteY24" fmla="*/ 1355919 h 2465308"/>
              <a:gd name="connsiteX25" fmla="*/ 10504170 w 10504170"/>
              <a:gd name="connsiteY25" fmla="*/ 1873634 h 2465308"/>
              <a:gd name="connsiteX26" fmla="*/ 10504170 w 10504170"/>
              <a:gd name="connsiteY26" fmla="*/ 2465308 h 2465308"/>
              <a:gd name="connsiteX27" fmla="*/ 10235730 w 10504170"/>
              <a:gd name="connsiteY27" fmla="*/ 2465308 h 2465308"/>
              <a:gd name="connsiteX28" fmla="*/ 9757207 w 10504170"/>
              <a:gd name="connsiteY28" fmla="*/ 2465308 h 2465308"/>
              <a:gd name="connsiteX29" fmla="*/ 9383725 w 10504170"/>
              <a:gd name="connsiteY29" fmla="*/ 2465308 h 2465308"/>
              <a:gd name="connsiteX30" fmla="*/ 9010244 w 10504170"/>
              <a:gd name="connsiteY30" fmla="*/ 2465308 h 2465308"/>
              <a:gd name="connsiteX31" fmla="*/ 8531720 w 10504170"/>
              <a:gd name="connsiteY31" fmla="*/ 2465308 h 2465308"/>
              <a:gd name="connsiteX32" fmla="*/ 7948155 w 10504170"/>
              <a:gd name="connsiteY32" fmla="*/ 2465308 h 2465308"/>
              <a:gd name="connsiteX33" fmla="*/ 7364590 w 10504170"/>
              <a:gd name="connsiteY33" fmla="*/ 2465308 h 2465308"/>
              <a:gd name="connsiteX34" fmla="*/ 6886067 w 10504170"/>
              <a:gd name="connsiteY34" fmla="*/ 2465308 h 2465308"/>
              <a:gd name="connsiteX35" fmla="*/ 6407544 w 10504170"/>
              <a:gd name="connsiteY35" fmla="*/ 2465308 h 2465308"/>
              <a:gd name="connsiteX36" fmla="*/ 5823979 w 10504170"/>
              <a:gd name="connsiteY36" fmla="*/ 2465308 h 2465308"/>
              <a:gd name="connsiteX37" fmla="*/ 5030330 w 10504170"/>
              <a:gd name="connsiteY37" fmla="*/ 2465308 h 2465308"/>
              <a:gd name="connsiteX38" fmla="*/ 4656849 w 10504170"/>
              <a:gd name="connsiteY38" fmla="*/ 2465308 h 2465308"/>
              <a:gd name="connsiteX39" fmla="*/ 3968242 w 10504170"/>
              <a:gd name="connsiteY39" fmla="*/ 2465308 h 2465308"/>
              <a:gd name="connsiteX40" fmla="*/ 3594760 w 10504170"/>
              <a:gd name="connsiteY40" fmla="*/ 2465308 h 2465308"/>
              <a:gd name="connsiteX41" fmla="*/ 3116237 w 10504170"/>
              <a:gd name="connsiteY41" fmla="*/ 2465308 h 2465308"/>
              <a:gd name="connsiteX42" fmla="*/ 2742755 w 10504170"/>
              <a:gd name="connsiteY42" fmla="*/ 2465308 h 2465308"/>
              <a:gd name="connsiteX43" fmla="*/ 2159190 w 10504170"/>
              <a:gd name="connsiteY43" fmla="*/ 2465308 h 2465308"/>
              <a:gd name="connsiteX44" fmla="*/ 1680667 w 10504170"/>
              <a:gd name="connsiteY44" fmla="*/ 2465308 h 2465308"/>
              <a:gd name="connsiteX45" fmla="*/ 1412227 w 10504170"/>
              <a:gd name="connsiteY45" fmla="*/ 2465308 h 2465308"/>
              <a:gd name="connsiteX46" fmla="*/ 1143787 w 10504170"/>
              <a:gd name="connsiteY46" fmla="*/ 2465308 h 2465308"/>
              <a:gd name="connsiteX47" fmla="*/ 0 w 10504170"/>
              <a:gd name="connsiteY47" fmla="*/ 2465308 h 2465308"/>
              <a:gd name="connsiteX48" fmla="*/ 0 w 10504170"/>
              <a:gd name="connsiteY48" fmla="*/ 2046206 h 2465308"/>
              <a:gd name="connsiteX49" fmla="*/ 0 w 10504170"/>
              <a:gd name="connsiteY49" fmla="*/ 1627103 h 2465308"/>
              <a:gd name="connsiteX50" fmla="*/ 0 w 10504170"/>
              <a:gd name="connsiteY50" fmla="*/ 1109389 h 2465308"/>
              <a:gd name="connsiteX51" fmla="*/ 0 w 10504170"/>
              <a:gd name="connsiteY51" fmla="*/ 616327 h 2465308"/>
              <a:gd name="connsiteX52" fmla="*/ 0 w 10504170"/>
              <a:gd name="connsiteY52" fmla="*/ 0 h 2465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504170" h="2465308" fill="none" extrusionOk="0">
                <a:moveTo>
                  <a:pt x="0" y="0"/>
                </a:moveTo>
                <a:cubicBezTo>
                  <a:pt x="110268" y="-19747"/>
                  <a:pt x="264273" y="4484"/>
                  <a:pt x="373482" y="0"/>
                </a:cubicBezTo>
                <a:cubicBezTo>
                  <a:pt x="482691" y="-4484"/>
                  <a:pt x="661329" y="38734"/>
                  <a:pt x="746963" y="0"/>
                </a:cubicBezTo>
                <a:cubicBezTo>
                  <a:pt x="832597" y="-38734"/>
                  <a:pt x="1002505" y="27738"/>
                  <a:pt x="1225486" y="0"/>
                </a:cubicBezTo>
                <a:cubicBezTo>
                  <a:pt x="1448467" y="-27738"/>
                  <a:pt x="1571269" y="7173"/>
                  <a:pt x="1809051" y="0"/>
                </a:cubicBezTo>
                <a:cubicBezTo>
                  <a:pt x="2046834" y="-7173"/>
                  <a:pt x="2011268" y="1325"/>
                  <a:pt x="2182533" y="0"/>
                </a:cubicBezTo>
                <a:cubicBezTo>
                  <a:pt x="2353798" y="-1325"/>
                  <a:pt x="2401705" y="23921"/>
                  <a:pt x="2556015" y="0"/>
                </a:cubicBezTo>
                <a:cubicBezTo>
                  <a:pt x="2710325" y="-23921"/>
                  <a:pt x="2962899" y="45574"/>
                  <a:pt x="3139580" y="0"/>
                </a:cubicBezTo>
                <a:cubicBezTo>
                  <a:pt x="3316261" y="-45574"/>
                  <a:pt x="3698770" y="86095"/>
                  <a:pt x="3933228" y="0"/>
                </a:cubicBezTo>
                <a:cubicBezTo>
                  <a:pt x="4167686" y="-86095"/>
                  <a:pt x="4182501" y="22329"/>
                  <a:pt x="4306710" y="0"/>
                </a:cubicBezTo>
                <a:cubicBezTo>
                  <a:pt x="4430919" y="-22329"/>
                  <a:pt x="4503999" y="31927"/>
                  <a:pt x="4680191" y="0"/>
                </a:cubicBezTo>
                <a:cubicBezTo>
                  <a:pt x="4856383" y="-31927"/>
                  <a:pt x="4898357" y="29734"/>
                  <a:pt x="5053673" y="0"/>
                </a:cubicBezTo>
                <a:cubicBezTo>
                  <a:pt x="5208989" y="-29734"/>
                  <a:pt x="5553977" y="92579"/>
                  <a:pt x="5847321" y="0"/>
                </a:cubicBezTo>
                <a:cubicBezTo>
                  <a:pt x="6140665" y="-92579"/>
                  <a:pt x="6114100" y="48127"/>
                  <a:pt x="6325845" y="0"/>
                </a:cubicBezTo>
                <a:cubicBezTo>
                  <a:pt x="6537590" y="-48127"/>
                  <a:pt x="6623008" y="31366"/>
                  <a:pt x="6909410" y="0"/>
                </a:cubicBezTo>
                <a:cubicBezTo>
                  <a:pt x="7195812" y="-31366"/>
                  <a:pt x="7418016" y="55805"/>
                  <a:pt x="7598016" y="0"/>
                </a:cubicBezTo>
                <a:cubicBezTo>
                  <a:pt x="7778016" y="-55805"/>
                  <a:pt x="7746070" y="3144"/>
                  <a:pt x="7866456" y="0"/>
                </a:cubicBezTo>
                <a:cubicBezTo>
                  <a:pt x="7986842" y="-3144"/>
                  <a:pt x="8142553" y="17908"/>
                  <a:pt x="8239938" y="0"/>
                </a:cubicBezTo>
                <a:cubicBezTo>
                  <a:pt x="8337323" y="-17908"/>
                  <a:pt x="8510492" y="40292"/>
                  <a:pt x="8613419" y="0"/>
                </a:cubicBezTo>
                <a:cubicBezTo>
                  <a:pt x="8716346" y="-40292"/>
                  <a:pt x="8800509" y="32994"/>
                  <a:pt x="8986901" y="0"/>
                </a:cubicBezTo>
                <a:cubicBezTo>
                  <a:pt x="9173293" y="-32994"/>
                  <a:pt x="9335730" y="46452"/>
                  <a:pt x="9570466" y="0"/>
                </a:cubicBezTo>
                <a:cubicBezTo>
                  <a:pt x="9805203" y="-46452"/>
                  <a:pt x="10224967" y="704"/>
                  <a:pt x="10504170" y="0"/>
                </a:cubicBezTo>
                <a:cubicBezTo>
                  <a:pt x="10505756" y="118388"/>
                  <a:pt x="10477319" y="238199"/>
                  <a:pt x="10504170" y="443755"/>
                </a:cubicBezTo>
                <a:cubicBezTo>
                  <a:pt x="10531021" y="649311"/>
                  <a:pt x="10481101" y="717982"/>
                  <a:pt x="10504170" y="912164"/>
                </a:cubicBezTo>
                <a:cubicBezTo>
                  <a:pt x="10527239" y="1106346"/>
                  <a:pt x="10494278" y="1156537"/>
                  <a:pt x="10504170" y="1355919"/>
                </a:cubicBezTo>
                <a:cubicBezTo>
                  <a:pt x="10514062" y="1555302"/>
                  <a:pt x="10455997" y="1667758"/>
                  <a:pt x="10504170" y="1873634"/>
                </a:cubicBezTo>
                <a:cubicBezTo>
                  <a:pt x="10552343" y="2079511"/>
                  <a:pt x="10471909" y="2282320"/>
                  <a:pt x="10504170" y="2465308"/>
                </a:cubicBezTo>
                <a:cubicBezTo>
                  <a:pt x="10416535" y="2483670"/>
                  <a:pt x="10331122" y="2449545"/>
                  <a:pt x="10235730" y="2465308"/>
                </a:cubicBezTo>
                <a:cubicBezTo>
                  <a:pt x="10140338" y="2481071"/>
                  <a:pt x="9927031" y="2422172"/>
                  <a:pt x="9757207" y="2465308"/>
                </a:cubicBezTo>
                <a:cubicBezTo>
                  <a:pt x="9587383" y="2508444"/>
                  <a:pt x="9507201" y="2425903"/>
                  <a:pt x="9383725" y="2465308"/>
                </a:cubicBezTo>
                <a:cubicBezTo>
                  <a:pt x="9260249" y="2504713"/>
                  <a:pt x="9128005" y="2431714"/>
                  <a:pt x="9010244" y="2465308"/>
                </a:cubicBezTo>
                <a:cubicBezTo>
                  <a:pt x="8892483" y="2498902"/>
                  <a:pt x="8684994" y="2420733"/>
                  <a:pt x="8531720" y="2465308"/>
                </a:cubicBezTo>
                <a:cubicBezTo>
                  <a:pt x="8378446" y="2509883"/>
                  <a:pt x="8128871" y="2423175"/>
                  <a:pt x="7948155" y="2465308"/>
                </a:cubicBezTo>
                <a:cubicBezTo>
                  <a:pt x="7767440" y="2507441"/>
                  <a:pt x="7593600" y="2403829"/>
                  <a:pt x="7364590" y="2465308"/>
                </a:cubicBezTo>
                <a:cubicBezTo>
                  <a:pt x="7135580" y="2526787"/>
                  <a:pt x="7101477" y="2430505"/>
                  <a:pt x="6886067" y="2465308"/>
                </a:cubicBezTo>
                <a:cubicBezTo>
                  <a:pt x="6670657" y="2500111"/>
                  <a:pt x="6606624" y="2408953"/>
                  <a:pt x="6407544" y="2465308"/>
                </a:cubicBezTo>
                <a:cubicBezTo>
                  <a:pt x="6208464" y="2521663"/>
                  <a:pt x="5979994" y="2425265"/>
                  <a:pt x="5823979" y="2465308"/>
                </a:cubicBezTo>
                <a:cubicBezTo>
                  <a:pt x="5667965" y="2505351"/>
                  <a:pt x="5364595" y="2419931"/>
                  <a:pt x="5030330" y="2465308"/>
                </a:cubicBezTo>
                <a:cubicBezTo>
                  <a:pt x="4696065" y="2510685"/>
                  <a:pt x="4746273" y="2425256"/>
                  <a:pt x="4656849" y="2465308"/>
                </a:cubicBezTo>
                <a:cubicBezTo>
                  <a:pt x="4567425" y="2505360"/>
                  <a:pt x="4135593" y="2425758"/>
                  <a:pt x="3968242" y="2465308"/>
                </a:cubicBezTo>
                <a:cubicBezTo>
                  <a:pt x="3800891" y="2504858"/>
                  <a:pt x="3712993" y="2427569"/>
                  <a:pt x="3594760" y="2465308"/>
                </a:cubicBezTo>
                <a:cubicBezTo>
                  <a:pt x="3476527" y="2503047"/>
                  <a:pt x="3261640" y="2428497"/>
                  <a:pt x="3116237" y="2465308"/>
                </a:cubicBezTo>
                <a:cubicBezTo>
                  <a:pt x="2970834" y="2502119"/>
                  <a:pt x="2840990" y="2450089"/>
                  <a:pt x="2742755" y="2465308"/>
                </a:cubicBezTo>
                <a:cubicBezTo>
                  <a:pt x="2644520" y="2480527"/>
                  <a:pt x="2345075" y="2443859"/>
                  <a:pt x="2159190" y="2465308"/>
                </a:cubicBezTo>
                <a:cubicBezTo>
                  <a:pt x="1973306" y="2486757"/>
                  <a:pt x="1903140" y="2441269"/>
                  <a:pt x="1680667" y="2465308"/>
                </a:cubicBezTo>
                <a:cubicBezTo>
                  <a:pt x="1458194" y="2489347"/>
                  <a:pt x="1468541" y="2439702"/>
                  <a:pt x="1412227" y="2465308"/>
                </a:cubicBezTo>
                <a:cubicBezTo>
                  <a:pt x="1355913" y="2490914"/>
                  <a:pt x="1200716" y="2438692"/>
                  <a:pt x="1143787" y="2465308"/>
                </a:cubicBezTo>
                <a:cubicBezTo>
                  <a:pt x="1086858" y="2491924"/>
                  <a:pt x="402980" y="2368727"/>
                  <a:pt x="0" y="2465308"/>
                </a:cubicBezTo>
                <a:cubicBezTo>
                  <a:pt x="-2278" y="2265945"/>
                  <a:pt x="23975" y="2255717"/>
                  <a:pt x="0" y="2046206"/>
                </a:cubicBezTo>
                <a:cubicBezTo>
                  <a:pt x="-23975" y="1836695"/>
                  <a:pt x="3068" y="1779683"/>
                  <a:pt x="0" y="1627103"/>
                </a:cubicBezTo>
                <a:cubicBezTo>
                  <a:pt x="-3068" y="1474523"/>
                  <a:pt x="58732" y="1216086"/>
                  <a:pt x="0" y="1109389"/>
                </a:cubicBezTo>
                <a:cubicBezTo>
                  <a:pt x="-58732" y="1002692"/>
                  <a:pt x="42482" y="804576"/>
                  <a:pt x="0" y="616327"/>
                </a:cubicBezTo>
                <a:cubicBezTo>
                  <a:pt x="-42482" y="428078"/>
                  <a:pt x="1285" y="173347"/>
                  <a:pt x="0" y="0"/>
                </a:cubicBezTo>
                <a:close/>
              </a:path>
              <a:path w="10504170" h="2465308" stroke="0" extrusionOk="0">
                <a:moveTo>
                  <a:pt x="0" y="0"/>
                </a:moveTo>
                <a:cubicBezTo>
                  <a:pt x="261077" y="-39285"/>
                  <a:pt x="525291" y="41736"/>
                  <a:pt x="688607" y="0"/>
                </a:cubicBezTo>
                <a:cubicBezTo>
                  <a:pt x="851923" y="-41736"/>
                  <a:pt x="1092486" y="36725"/>
                  <a:pt x="1482255" y="0"/>
                </a:cubicBezTo>
                <a:cubicBezTo>
                  <a:pt x="1872024" y="-36725"/>
                  <a:pt x="1953133" y="72686"/>
                  <a:pt x="2170862" y="0"/>
                </a:cubicBezTo>
                <a:cubicBezTo>
                  <a:pt x="2388591" y="-72686"/>
                  <a:pt x="2683906" y="93741"/>
                  <a:pt x="2964510" y="0"/>
                </a:cubicBezTo>
                <a:cubicBezTo>
                  <a:pt x="3245114" y="-93741"/>
                  <a:pt x="3288887" y="53568"/>
                  <a:pt x="3548075" y="0"/>
                </a:cubicBezTo>
                <a:cubicBezTo>
                  <a:pt x="3807263" y="-53568"/>
                  <a:pt x="3942908" y="69191"/>
                  <a:pt x="4131640" y="0"/>
                </a:cubicBezTo>
                <a:cubicBezTo>
                  <a:pt x="4320373" y="-69191"/>
                  <a:pt x="4496053" y="25073"/>
                  <a:pt x="4610164" y="0"/>
                </a:cubicBezTo>
                <a:cubicBezTo>
                  <a:pt x="4724275" y="-25073"/>
                  <a:pt x="5033619" y="12066"/>
                  <a:pt x="5298770" y="0"/>
                </a:cubicBezTo>
                <a:cubicBezTo>
                  <a:pt x="5563921" y="-12066"/>
                  <a:pt x="5502253" y="19209"/>
                  <a:pt x="5672252" y="0"/>
                </a:cubicBezTo>
                <a:cubicBezTo>
                  <a:pt x="5842251" y="-19209"/>
                  <a:pt x="6124994" y="1366"/>
                  <a:pt x="6360859" y="0"/>
                </a:cubicBezTo>
                <a:cubicBezTo>
                  <a:pt x="6596724" y="-1366"/>
                  <a:pt x="6558666" y="23411"/>
                  <a:pt x="6629298" y="0"/>
                </a:cubicBezTo>
                <a:cubicBezTo>
                  <a:pt x="6699930" y="-23411"/>
                  <a:pt x="6881666" y="4287"/>
                  <a:pt x="7002780" y="0"/>
                </a:cubicBezTo>
                <a:cubicBezTo>
                  <a:pt x="7123894" y="-4287"/>
                  <a:pt x="7192804" y="7854"/>
                  <a:pt x="7271220" y="0"/>
                </a:cubicBezTo>
                <a:cubicBezTo>
                  <a:pt x="7349636" y="-7854"/>
                  <a:pt x="7800792" y="35336"/>
                  <a:pt x="7959827" y="0"/>
                </a:cubicBezTo>
                <a:cubicBezTo>
                  <a:pt x="8118862" y="-35336"/>
                  <a:pt x="8325865" y="21966"/>
                  <a:pt x="8648433" y="0"/>
                </a:cubicBezTo>
                <a:cubicBezTo>
                  <a:pt x="8971001" y="-21966"/>
                  <a:pt x="8919004" y="11968"/>
                  <a:pt x="9021915" y="0"/>
                </a:cubicBezTo>
                <a:cubicBezTo>
                  <a:pt x="9124826" y="-11968"/>
                  <a:pt x="9351575" y="16594"/>
                  <a:pt x="9500438" y="0"/>
                </a:cubicBezTo>
                <a:cubicBezTo>
                  <a:pt x="9649301" y="-16594"/>
                  <a:pt x="10044472" y="94993"/>
                  <a:pt x="10504170" y="0"/>
                </a:cubicBezTo>
                <a:cubicBezTo>
                  <a:pt x="10548490" y="171575"/>
                  <a:pt x="10473182" y="343125"/>
                  <a:pt x="10504170" y="493062"/>
                </a:cubicBezTo>
                <a:cubicBezTo>
                  <a:pt x="10535158" y="642999"/>
                  <a:pt x="10444801" y="873323"/>
                  <a:pt x="10504170" y="1010776"/>
                </a:cubicBezTo>
                <a:cubicBezTo>
                  <a:pt x="10563539" y="1148229"/>
                  <a:pt x="10454133" y="1245203"/>
                  <a:pt x="10504170" y="1454532"/>
                </a:cubicBezTo>
                <a:cubicBezTo>
                  <a:pt x="10554207" y="1663861"/>
                  <a:pt x="10471821" y="1818084"/>
                  <a:pt x="10504170" y="1922940"/>
                </a:cubicBezTo>
                <a:cubicBezTo>
                  <a:pt x="10536519" y="2027796"/>
                  <a:pt x="10479869" y="2322038"/>
                  <a:pt x="10504170" y="2465308"/>
                </a:cubicBezTo>
                <a:cubicBezTo>
                  <a:pt x="10446364" y="2491819"/>
                  <a:pt x="10330605" y="2438501"/>
                  <a:pt x="10235730" y="2465308"/>
                </a:cubicBezTo>
                <a:cubicBezTo>
                  <a:pt x="10140855" y="2492115"/>
                  <a:pt x="9814865" y="2398077"/>
                  <a:pt x="9547123" y="2465308"/>
                </a:cubicBezTo>
                <a:cubicBezTo>
                  <a:pt x="9279381" y="2532539"/>
                  <a:pt x="9358312" y="2453414"/>
                  <a:pt x="9278684" y="2465308"/>
                </a:cubicBezTo>
                <a:cubicBezTo>
                  <a:pt x="9199056" y="2477202"/>
                  <a:pt x="8973599" y="2434486"/>
                  <a:pt x="8695119" y="2465308"/>
                </a:cubicBezTo>
                <a:cubicBezTo>
                  <a:pt x="8416639" y="2496130"/>
                  <a:pt x="8339270" y="2449368"/>
                  <a:pt x="8216595" y="2465308"/>
                </a:cubicBezTo>
                <a:cubicBezTo>
                  <a:pt x="8093920" y="2481248"/>
                  <a:pt x="7849769" y="2461147"/>
                  <a:pt x="7633030" y="2465308"/>
                </a:cubicBezTo>
                <a:cubicBezTo>
                  <a:pt x="7416292" y="2469469"/>
                  <a:pt x="7329277" y="2404716"/>
                  <a:pt x="7049465" y="2465308"/>
                </a:cubicBezTo>
                <a:cubicBezTo>
                  <a:pt x="6769653" y="2525900"/>
                  <a:pt x="6710913" y="2428032"/>
                  <a:pt x="6570942" y="2465308"/>
                </a:cubicBezTo>
                <a:cubicBezTo>
                  <a:pt x="6430971" y="2502584"/>
                  <a:pt x="6046978" y="2398970"/>
                  <a:pt x="5882335" y="2465308"/>
                </a:cubicBezTo>
                <a:cubicBezTo>
                  <a:pt x="5717692" y="2531646"/>
                  <a:pt x="5556325" y="2416124"/>
                  <a:pt x="5403812" y="2465308"/>
                </a:cubicBezTo>
                <a:cubicBezTo>
                  <a:pt x="5251299" y="2514492"/>
                  <a:pt x="4968948" y="2407706"/>
                  <a:pt x="4610164" y="2465308"/>
                </a:cubicBezTo>
                <a:cubicBezTo>
                  <a:pt x="4251380" y="2522910"/>
                  <a:pt x="4115865" y="2416181"/>
                  <a:pt x="3921557" y="2465308"/>
                </a:cubicBezTo>
                <a:cubicBezTo>
                  <a:pt x="3727249" y="2514435"/>
                  <a:pt x="3549965" y="2461771"/>
                  <a:pt x="3232950" y="2465308"/>
                </a:cubicBezTo>
                <a:cubicBezTo>
                  <a:pt x="2915935" y="2468845"/>
                  <a:pt x="2686418" y="2457906"/>
                  <a:pt x="2439302" y="2465308"/>
                </a:cubicBezTo>
                <a:cubicBezTo>
                  <a:pt x="2192186" y="2472710"/>
                  <a:pt x="2018395" y="2409477"/>
                  <a:pt x="1855737" y="2465308"/>
                </a:cubicBezTo>
                <a:cubicBezTo>
                  <a:pt x="1693079" y="2521139"/>
                  <a:pt x="1414006" y="2388180"/>
                  <a:pt x="1062088" y="2465308"/>
                </a:cubicBezTo>
                <a:cubicBezTo>
                  <a:pt x="710170" y="2542436"/>
                  <a:pt x="811842" y="2416210"/>
                  <a:pt x="583565" y="2465308"/>
                </a:cubicBezTo>
                <a:cubicBezTo>
                  <a:pt x="355288" y="2514406"/>
                  <a:pt x="244960" y="2418615"/>
                  <a:pt x="0" y="2465308"/>
                </a:cubicBezTo>
                <a:cubicBezTo>
                  <a:pt x="-1486" y="2301176"/>
                  <a:pt x="32718" y="2070622"/>
                  <a:pt x="0" y="1947593"/>
                </a:cubicBezTo>
                <a:cubicBezTo>
                  <a:pt x="-32718" y="1824564"/>
                  <a:pt x="6489" y="1662827"/>
                  <a:pt x="0" y="1528491"/>
                </a:cubicBezTo>
                <a:cubicBezTo>
                  <a:pt x="-6489" y="1394155"/>
                  <a:pt x="18950" y="1314171"/>
                  <a:pt x="0" y="1109389"/>
                </a:cubicBezTo>
                <a:cubicBezTo>
                  <a:pt x="-18950" y="904607"/>
                  <a:pt x="8294" y="802575"/>
                  <a:pt x="0" y="665633"/>
                </a:cubicBezTo>
                <a:cubicBezTo>
                  <a:pt x="-8294" y="528691"/>
                  <a:pt x="63575" y="202355"/>
                  <a:pt x="0" y="0"/>
                </a:cubicBezTo>
                <a:close/>
              </a:path>
            </a:pathLst>
          </a:custGeom>
          <a:solidFill>
            <a:srgbClr val="FEF7E0"/>
          </a:solidFill>
          <a:ln>
            <a:noFill/>
            <a:extLst>
              <a:ext uri="{C807C97D-BFC1-408E-A445-0C87EB9F89A2}">
                <ask:lineSketchStyleProps xmlns:ask="http://schemas.microsoft.com/office/drawing/2018/sketchyshapes" sd="2343225421">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矩形 9">
            <a:extLst>
              <a:ext uri="{FF2B5EF4-FFF2-40B4-BE49-F238E27FC236}">
                <a16:creationId xmlns:a16="http://schemas.microsoft.com/office/drawing/2014/main" id="{F5A995B5-6D95-EC78-6774-63658A6BF591}"/>
              </a:ext>
            </a:extLst>
          </p:cNvPr>
          <p:cNvSpPr/>
          <p:nvPr/>
        </p:nvSpPr>
        <p:spPr>
          <a:xfrm>
            <a:off x="1291590" y="2110978"/>
            <a:ext cx="4011930" cy="2220992"/>
          </a:xfrm>
          <a:custGeom>
            <a:avLst/>
            <a:gdLst>
              <a:gd name="connsiteX0" fmla="*/ 0 w 4011930"/>
              <a:gd name="connsiteY0" fmla="*/ 0 h 2220992"/>
              <a:gd name="connsiteX1" fmla="*/ 613252 w 4011930"/>
              <a:gd name="connsiteY1" fmla="*/ 0 h 2220992"/>
              <a:gd name="connsiteX2" fmla="*/ 1146266 w 4011930"/>
              <a:gd name="connsiteY2" fmla="*/ 0 h 2220992"/>
              <a:gd name="connsiteX3" fmla="*/ 1599041 w 4011930"/>
              <a:gd name="connsiteY3" fmla="*/ 0 h 2220992"/>
              <a:gd name="connsiteX4" fmla="*/ 2212293 w 4011930"/>
              <a:gd name="connsiteY4" fmla="*/ 0 h 2220992"/>
              <a:gd name="connsiteX5" fmla="*/ 2865664 w 4011930"/>
              <a:gd name="connsiteY5" fmla="*/ 0 h 2220992"/>
              <a:gd name="connsiteX6" fmla="*/ 3478916 w 4011930"/>
              <a:gd name="connsiteY6" fmla="*/ 0 h 2220992"/>
              <a:gd name="connsiteX7" fmla="*/ 4011930 w 4011930"/>
              <a:gd name="connsiteY7" fmla="*/ 0 h 2220992"/>
              <a:gd name="connsiteX8" fmla="*/ 4011930 w 4011930"/>
              <a:gd name="connsiteY8" fmla="*/ 510828 h 2220992"/>
              <a:gd name="connsiteX9" fmla="*/ 4011930 w 4011930"/>
              <a:gd name="connsiteY9" fmla="*/ 1088286 h 2220992"/>
              <a:gd name="connsiteX10" fmla="*/ 4011930 w 4011930"/>
              <a:gd name="connsiteY10" fmla="*/ 1621324 h 2220992"/>
              <a:gd name="connsiteX11" fmla="*/ 4011930 w 4011930"/>
              <a:gd name="connsiteY11" fmla="*/ 2220992 h 2220992"/>
              <a:gd name="connsiteX12" fmla="*/ 3398678 w 4011930"/>
              <a:gd name="connsiteY12" fmla="*/ 2220992 h 2220992"/>
              <a:gd name="connsiteX13" fmla="*/ 2825545 w 4011930"/>
              <a:gd name="connsiteY13" fmla="*/ 2220992 h 2220992"/>
              <a:gd name="connsiteX14" fmla="*/ 2212293 w 4011930"/>
              <a:gd name="connsiteY14" fmla="*/ 2220992 h 2220992"/>
              <a:gd name="connsiteX15" fmla="*/ 1679279 w 4011930"/>
              <a:gd name="connsiteY15" fmla="*/ 2220992 h 2220992"/>
              <a:gd name="connsiteX16" fmla="*/ 1226504 w 4011930"/>
              <a:gd name="connsiteY16" fmla="*/ 2220992 h 2220992"/>
              <a:gd name="connsiteX17" fmla="*/ 613252 w 4011930"/>
              <a:gd name="connsiteY17" fmla="*/ 2220992 h 2220992"/>
              <a:gd name="connsiteX18" fmla="*/ 0 w 4011930"/>
              <a:gd name="connsiteY18" fmla="*/ 2220992 h 2220992"/>
              <a:gd name="connsiteX19" fmla="*/ 0 w 4011930"/>
              <a:gd name="connsiteY19" fmla="*/ 1643534 h 2220992"/>
              <a:gd name="connsiteX20" fmla="*/ 0 w 4011930"/>
              <a:gd name="connsiteY20" fmla="*/ 1154916 h 2220992"/>
              <a:gd name="connsiteX21" fmla="*/ 0 w 4011930"/>
              <a:gd name="connsiteY21" fmla="*/ 577458 h 2220992"/>
              <a:gd name="connsiteX22" fmla="*/ 0 w 4011930"/>
              <a:gd name="connsiteY22" fmla="*/ 0 h 222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11930" h="2220992" fill="none" extrusionOk="0">
                <a:moveTo>
                  <a:pt x="0" y="0"/>
                </a:moveTo>
                <a:cubicBezTo>
                  <a:pt x="177381" y="-65880"/>
                  <a:pt x="311492" y="58817"/>
                  <a:pt x="613252" y="0"/>
                </a:cubicBezTo>
                <a:cubicBezTo>
                  <a:pt x="915012" y="-58817"/>
                  <a:pt x="907420" y="44590"/>
                  <a:pt x="1146266" y="0"/>
                </a:cubicBezTo>
                <a:cubicBezTo>
                  <a:pt x="1385112" y="-44590"/>
                  <a:pt x="1489060" y="22614"/>
                  <a:pt x="1599041" y="0"/>
                </a:cubicBezTo>
                <a:cubicBezTo>
                  <a:pt x="1709022" y="-22614"/>
                  <a:pt x="2004104" y="51034"/>
                  <a:pt x="2212293" y="0"/>
                </a:cubicBezTo>
                <a:cubicBezTo>
                  <a:pt x="2420482" y="-51034"/>
                  <a:pt x="2682534" y="13036"/>
                  <a:pt x="2865664" y="0"/>
                </a:cubicBezTo>
                <a:cubicBezTo>
                  <a:pt x="3048794" y="-13036"/>
                  <a:pt x="3343075" y="32179"/>
                  <a:pt x="3478916" y="0"/>
                </a:cubicBezTo>
                <a:cubicBezTo>
                  <a:pt x="3614757" y="-32179"/>
                  <a:pt x="3805244" y="55699"/>
                  <a:pt x="4011930" y="0"/>
                </a:cubicBezTo>
                <a:cubicBezTo>
                  <a:pt x="4064688" y="252045"/>
                  <a:pt x="4007898" y="301509"/>
                  <a:pt x="4011930" y="510828"/>
                </a:cubicBezTo>
                <a:cubicBezTo>
                  <a:pt x="4015962" y="720147"/>
                  <a:pt x="3958363" y="901130"/>
                  <a:pt x="4011930" y="1088286"/>
                </a:cubicBezTo>
                <a:cubicBezTo>
                  <a:pt x="4065497" y="1275442"/>
                  <a:pt x="3967793" y="1391729"/>
                  <a:pt x="4011930" y="1621324"/>
                </a:cubicBezTo>
                <a:cubicBezTo>
                  <a:pt x="4056067" y="1850919"/>
                  <a:pt x="3942007" y="1945783"/>
                  <a:pt x="4011930" y="2220992"/>
                </a:cubicBezTo>
                <a:cubicBezTo>
                  <a:pt x="3869030" y="2230118"/>
                  <a:pt x="3537438" y="2185411"/>
                  <a:pt x="3398678" y="2220992"/>
                </a:cubicBezTo>
                <a:cubicBezTo>
                  <a:pt x="3259918" y="2256573"/>
                  <a:pt x="2988643" y="2208314"/>
                  <a:pt x="2825545" y="2220992"/>
                </a:cubicBezTo>
                <a:cubicBezTo>
                  <a:pt x="2662447" y="2233670"/>
                  <a:pt x="2411024" y="2150219"/>
                  <a:pt x="2212293" y="2220992"/>
                </a:cubicBezTo>
                <a:cubicBezTo>
                  <a:pt x="2013562" y="2291765"/>
                  <a:pt x="1835921" y="2180104"/>
                  <a:pt x="1679279" y="2220992"/>
                </a:cubicBezTo>
                <a:cubicBezTo>
                  <a:pt x="1522637" y="2261880"/>
                  <a:pt x="1382539" y="2195869"/>
                  <a:pt x="1226504" y="2220992"/>
                </a:cubicBezTo>
                <a:cubicBezTo>
                  <a:pt x="1070470" y="2246115"/>
                  <a:pt x="784370" y="2200913"/>
                  <a:pt x="613252" y="2220992"/>
                </a:cubicBezTo>
                <a:cubicBezTo>
                  <a:pt x="442134" y="2241071"/>
                  <a:pt x="232966" y="2148767"/>
                  <a:pt x="0" y="2220992"/>
                </a:cubicBezTo>
                <a:cubicBezTo>
                  <a:pt x="-48583" y="2031361"/>
                  <a:pt x="65859" y="1807545"/>
                  <a:pt x="0" y="1643534"/>
                </a:cubicBezTo>
                <a:cubicBezTo>
                  <a:pt x="-65859" y="1479523"/>
                  <a:pt x="30372" y="1267741"/>
                  <a:pt x="0" y="1154916"/>
                </a:cubicBezTo>
                <a:cubicBezTo>
                  <a:pt x="-30372" y="1042091"/>
                  <a:pt x="1807" y="737886"/>
                  <a:pt x="0" y="577458"/>
                </a:cubicBezTo>
                <a:cubicBezTo>
                  <a:pt x="-1807" y="417030"/>
                  <a:pt x="914" y="225408"/>
                  <a:pt x="0" y="0"/>
                </a:cubicBezTo>
                <a:close/>
              </a:path>
              <a:path w="4011930" h="2220992" stroke="0" extrusionOk="0">
                <a:moveTo>
                  <a:pt x="0" y="0"/>
                </a:moveTo>
                <a:cubicBezTo>
                  <a:pt x="258803" y="-39605"/>
                  <a:pt x="458463" y="71816"/>
                  <a:pt x="613252" y="0"/>
                </a:cubicBezTo>
                <a:cubicBezTo>
                  <a:pt x="768041" y="-71816"/>
                  <a:pt x="1095492" y="47920"/>
                  <a:pt x="1266624" y="0"/>
                </a:cubicBezTo>
                <a:cubicBezTo>
                  <a:pt x="1437756" y="-47920"/>
                  <a:pt x="1686408" y="8204"/>
                  <a:pt x="1879876" y="0"/>
                </a:cubicBezTo>
                <a:cubicBezTo>
                  <a:pt x="2073344" y="-8204"/>
                  <a:pt x="2321729" y="46777"/>
                  <a:pt x="2533247" y="0"/>
                </a:cubicBezTo>
                <a:cubicBezTo>
                  <a:pt x="2744765" y="-46777"/>
                  <a:pt x="2901037" y="15812"/>
                  <a:pt x="3106380" y="0"/>
                </a:cubicBezTo>
                <a:cubicBezTo>
                  <a:pt x="3311723" y="-15812"/>
                  <a:pt x="3645741" y="38378"/>
                  <a:pt x="4011930" y="0"/>
                </a:cubicBezTo>
                <a:cubicBezTo>
                  <a:pt x="4044459" y="199848"/>
                  <a:pt x="4005943" y="322140"/>
                  <a:pt x="4011930" y="533038"/>
                </a:cubicBezTo>
                <a:cubicBezTo>
                  <a:pt x="4017917" y="743936"/>
                  <a:pt x="4007424" y="837595"/>
                  <a:pt x="4011930" y="1021656"/>
                </a:cubicBezTo>
                <a:cubicBezTo>
                  <a:pt x="4016436" y="1205717"/>
                  <a:pt x="3996421" y="1347767"/>
                  <a:pt x="4011930" y="1532484"/>
                </a:cubicBezTo>
                <a:cubicBezTo>
                  <a:pt x="4027439" y="1717201"/>
                  <a:pt x="4010691" y="1981464"/>
                  <a:pt x="4011930" y="2220992"/>
                </a:cubicBezTo>
                <a:cubicBezTo>
                  <a:pt x="3913563" y="2264824"/>
                  <a:pt x="3735453" y="2190362"/>
                  <a:pt x="3559155" y="2220992"/>
                </a:cubicBezTo>
                <a:cubicBezTo>
                  <a:pt x="3382858" y="2251622"/>
                  <a:pt x="3125288" y="2199253"/>
                  <a:pt x="2905784" y="2220992"/>
                </a:cubicBezTo>
                <a:cubicBezTo>
                  <a:pt x="2686280" y="2242731"/>
                  <a:pt x="2490053" y="2168309"/>
                  <a:pt x="2372770" y="2220992"/>
                </a:cubicBezTo>
                <a:cubicBezTo>
                  <a:pt x="2255487" y="2273675"/>
                  <a:pt x="2027282" y="2200007"/>
                  <a:pt x="1719399" y="2220992"/>
                </a:cubicBezTo>
                <a:cubicBezTo>
                  <a:pt x="1411516" y="2241977"/>
                  <a:pt x="1427628" y="2167243"/>
                  <a:pt x="1146266" y="2220992"/>
                </a:cubicBezTo>
                <a:cubicBezTo>
                  <a:pt x="864904" y="2274741"/>
                  <a:pt x="724424" y="2219447"/>
                  <a:pt x="573133" y="2220992"/>
                </a:cubicBezTo>
                <a:cubicBezTo>
                  <a:pt x="421842" y="2222537"/>
                  <a:pt x="198856" y="2178404"/>
                  <a:pt x="0" y="2220992"/>
                </a:cubicBezTo>
                <a:cubicBezTo>
                  <a:pt x="-30997" y="2087912"/>
                  <a:pt x="35833" y="1936882"/>
                  <a:pt x="0" y="1710164"/>
                </a:cubicBezTo>
                <a:cubicBezTo>
                  <a:pt x="-35833" y="1483446"/>
                  <a:pt x="41686" y="1402863"/>
                  <a:pt x="0" y="1154916"/>
                </a:cubicBezTo>
                <a:cubicBezTo>
                  <a:pt x="-41686" y="906969"/>
                  <a:pt x="26126" y="714487"/>
                  <a:pt x="0" y="577458"/>
                </a:cubicBezTo>
                <a:cubicBezTo>
                  <a:pt x="-26126" y="440429"/>
                  <a:pt x="64802" y="147048"/>
                  <a:pt x="0" y="0"/>
                </a:cubicBezTo>
                <a:close/>
              </a:path>
            </a:pathLst>
          </a:custGeom>
          <a:solidFill>
            <a:srgbClr val="FEF7E0"/>
          </a:solidFill>
          <a:ln>
            <a:solidFill>
              <a:schemeClr val="tx1"/>
            </a:solidFill>
            <a:extLst>
              <a:ext uri="{C807C97D-BFC1-408E-A445-0C87EB9F89A2}">
                <ask:lineSketchStyleProps xmlns:ask="http://schemas.microsoft.com/office/drawing/2018/sketchyshapes" sd="2343225421">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5" name="圖片 4">
            <a:extLst>
              <a:ext uri="{FF2B5EF4-FFF2-40B4-BE49-F238E27FC236}">
                <a16:creationId xmlns:a16="http://schemas.microsoft.com/office/drawing/2014/main" id="{BCD7B520-4B4E-C621-504E-1A7B0EB6ECD7}"/>
              </a:ext>
            </a:extLst>
          </p:cNvPr>
          <p:cNvPicPr>
            <a:picLocks noChangeAspect="1"/>
          </p:cNvPicPr>
          <p:nvPr/>
        </p:nvPicPr>
        <p:blipFill>
          <a:blip r:embed="rId4"/>
          <a:stretch>
            <a:fillRect/>
          </a:stretch>
        </p:blipFill>
        <p:spPr>
          <a:xfrm>
            <a:off x="1528424" y="2434423"/>
            <a:ext cx="1469615" cy="1722525"/>
          </a:xfrm>
          <a:prstGeom prst="rect">
            <a:avLst/>
          </a:prstGeom>
        </p:spPr>
      </p:pic>
      <p:pic>
        <p:nvPicPr>
          <p:cNvPr id="7" name="圖片 6">
            <a:extLst>
              <a:ext uri="{FF2B5EF4-FFF2-40B4-BE49-F238E27FC236}">
                <a16:creationId xmlns:a16="http://schemas.microsoft.com/office/drawing/2014/main" id="{E1E8603B-9EE9-76BC-F67D-E84B22BF8A52}"/>
              </a:ext>
            </a:extLst>
          </p:cNvPr>
          <p:cNvPicPr>
            <a:picLocks noChangeAspect="1"/>
          </p:cNvPicPr>
          <p:nvPr/>
        </p:nvPicPr>
        <p:blipFill>
          <a:blip r:embed="rId5"/>
          <a:stretch>
            <a:fillRect/>
          </a:stretch>
        </p:blipFill>
        <p:spPr>
          <a:xfrm>
            <a:off x="3385297" y="2360210"/>
            <a:ext cx="1794585" cy="1773878"/>
          </a:xfrm>
          <a:prstGeom prst="rect">
            <a:avLst/>
          </a:prstGeom>
        </p:spPr>
      </p:pic>
      <p:sp>
        <p:nvSpPr>
          <p:cNvPr id="11" name="矩形 10">
            <a:extLst>
              <a:ext uri="{FF2B5EF4-FFF2-40B4-BE49-F238E27FC236}">
                <a16:creationId xmlns:a16="http://schemas.microsoft.com/office/drawing/2014/main" id="{20097508-816C-81C6-8BBA-559BC43E8898}"/>
              </a:ext>
            </a:extLst>
          </p:cNvPr>
          <p:cNvSpPr/>
          <p:nvPr/>
        </p:nvSpPr>
        <p:spPr>
          <a:xfrm>
            <a:off x="6651646" y="2110978"/>
            <a:ext cx="4011930" cy="2220992"/>
          </a:xfrm>
          <a:custGeom>
            <a:avLst/>
            <a:gdLst>
              <a:gd name="connsiteX0" fmla="*/ 0 w 4011930"/>
              <a:gd name="connsiteY0" fmla="*/ 0 h 2220992"/>
              <a:gd name="connsiteX1" fmla="*/ 613252 w 4011930"/>
              <a:gd name="connsiteY1" fmla="*/ 0 h 2220992"/>
              <a:gd name="connsiteX2" fmla="*/ 1146266 w 4011930"/>
              <a:gd name="connsiteY2" fmla="*/ 0 h 2220992"/>
              <a:gd name="connsiteX3" fmla="*/ 1599041 w 4011930"/>
              <a:gd name="connsiteY3" fmla="*/ 0 h 2220992"/>
              <a:gd name="connsiteX4" fmla="*/ 2212293 w 4011930"/>
              <a:gd name="connsiteY4" fmla="*/ 0 h 2220992"/>
              <a:gd name="connsiteX5" fmla="*/ 2865664 w 4011930"/>
              <a:gd name="connsiteY5" fmla="*/ 0 h 2220992"/>
              <a:gd name="connsiteX6" fmla="*/ 3478916 w 4011930"/>
              <a:gd name="connsiteY6" fmla="*/ 0 h 2220992"/>
              <a:gd name="connsiteX7" fmla="*/ 4011930 w 4011930"/>
              <a:gd name="connsiteY7" fmla="*/ 0 h 2220992"/>
              <a:gd name="connsiteX8" fmla="*/ 4011930 w 4011930"/>
              <a:gd name="connsiteY8" fmla="*/ 510828 h 2220992"/>
              <a:gd name="connsiteX9" fmla="*/ 4011930 w 4011930"/>
              <a:gd name="connsiteY9" fmla="*/ 1088286 h 2220992"/>
              <a:gd name="connsiteX10" fmla="*/ 4011930 w 4011930"/>
              <a:gd name="connsiteY10" fmla="*/ 1621324 h 2220992"/>
              <a:gd name="connsiteX11" fmla="*/ 4011930 w 4011930"/>
              <a:gd name="connsiteY11" fmla="*/ 2220992 h 2220992"/>
              <a:gd name="connsiteX12" fmla="*/ 3398678 w 4011930"/>
              <a:gd name="connsiteY12" fmla="*/ 2220992 h 2220992"/>
              <a:gd name="connsiteX13" fmla="*/ 2825545 w 4011930"/>
              <a:gd name="connsiteY13" fmla="*/ 2220992 h 2220992"/>
              <a:gd name="connsiteX14" fmla="*/ 2212293 w 4011930"/>
              <a:gd name="connsiteY14" fmla="*/ 2220992 h 2220992"/>
              <a:gd name="connsiteX15" fmla="*/ 1679279 w 4011930"/>
              <a:gd name="connsiteY15" fmla="*/ 2220992 h 2220992"/>
              <a:gd name="connsiteX16" fmla="*/ 1226504 w 4011930"/>
              <a:gd name="connsiteY16" fmla="*/ 2220992 h 2220992"/>
              <a:gd name="connsiteX17" fmla="*/ 613252 w 4011930"/>
              <a:gd name="connsiteY17" fmla="*/ 2220992 h 2220992"/>
              <a:gd name="connsiteX18" fmla="*/ 0 w 4011930"/>
              <a:gd name="connsiteY18" fmla="*/ 2220992 h 2220992"/>
              <a:gd name="connsiteX19" fmla="*/ 0 w 4011930"/>
              <a:gd name="connsiteY19" fmla="*/ 1643534 h 2220992"/>
              <a:gd name="connsiteX20" fmla="*/ 0 w 4011930"/>
              <a:gd name="connsiteY20" fmla="*/ 1154916 h 2220992"/>
              <a:gd name="connsiteX21" fmla="*/ 0 w 4011930"/>
              <a:gd name="connsiteY21" fmla="*/ 577458 h 2220992"/>
              <a:gd name="connsiteX22" fmla="*/ 0 w 4011930"/>
              <a:gd name="connsiteY22" fmla="*/ 0 h 222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11930" h="2220992" fill="none" extrusionOk="0">
                <a:moveTo>
                  <a:pt x="0" y="0"/>
                </a:moveTo>
                <a:cubicBezTo>
                  <a:pt x="177381" y="-65880"/>
                  <a:pt x="311492" y="58817"/>
                  <a:pt x="613252" y="0"/>
                </a:cubicBezTo>
                <a:cubicBezTo>
                  <a:pt x="915012" y="-58817"/>
                  <a:pt x="907420" y="44590"/>
                  <a:pt x="1146266" y="0"/>
                </a:cubicBezTo>
                <a:cubicBezTo>
                  <a:pt x="1385112" y="-44590"/>
                  <a:pt x="1489060" y="22614"/>
                  <a:pt x="1599041" y="0"/>
                </a:cubicBezTo>
                <a:cubicBezTo>
                  <a:pt x="1709022" y="-22614"/>
                  <a:pt x="2004104" y="51034"/>
                  <a:pt x="2212293" y="0"/>
                </a:cubicBezTo>
                <a:cubicBezTo>
                  <a:pt x="2420482" y="-51034"/>
                  <a:pt x="2682534" y="13036"/>
                  <a:pt x="2865664" y="0"/>
                </a:cubicBezTo>
                <a:cubicBezTo>
                  <a:pt x="3048794" y="-13036"/>
                  <a:pt x="3343075" y="32179"/>
                  <a:pt x="3478916" y="0"/>
                </a:cubicBezTo>
                <a:cubicBezTo>
                  <a:pt x="3614757" y="-32179"/>
                  <a:pt x="3805244" y="55699"/>
                  <a:pt x="4011930" y="0"/>
                </a:cubicBezTo>
                <a:cubicBezTo>
                  <a:pt x="4064688" y="252045"/>
                  <a:pt x="4007898" y="301509"/>
                  <a:pt x="4011930" y="510828"/>
                </a:cubicBezTo>
                <a:cubicBezTo>
                  <a:pt x="4015962" y="720147"/>
                  <a:pt x="3958363" y="901130"/>
                  <a:pt x="4011930" y="1088286"/>
                </a:cubicBezTo>
                <a:cubicBezTo>
                  <a:pt x="4065497" y="1275442"/>
                  <a:pt x="3967793" y="1391729"/>
                  <a:pt x="4011930" y="1621324"/>
                </a:cubicBezTo>
                <a:cubicBezTo>
                  <a:pt x="4056067" y="1850919"/>
                  <a:pt x="3942007" y="1945783"/>
                  <a:pt x="4011930" y="2220992"/>
                </a:cubicBezTo>
                <a:cubicBezTo>
                  <a:pt x="3869030" y="2230118"/>
                  <a:pt x="3537438" y="2185411"/>
                  <a:pt x="3398678" y="2220992"/>
                </a:cubicBezTo>
                <a:cubicBezTo>
                  <a:pt x="3259918" y="2256573"/>
                  <a:pt x="2988643" y="2208314"/>
                  <a:pt x="2825545" y="2220992"/>
                </a:cubicBezTo>
                <a:cubicBezTo>
                  <a:pt x="2662447" y="2233670"/>
                  <a:pt x="2411024" y="2150219"/>
                  <a:pt x="2212293" y="2220992"/>
                </a:cubicBezTo>
                <a:cubicBezTo>
                  <a:pt x="2013562" y="2291765"/>
                  <a:pt x="1835921" y="2180104"/>
                  <a:pt x="1679279" y="2220992"/>
                </a:cubicBezTo>
                <a:cubicBezTo>
                  <a:pt x="1522637" y="2261880"/>
                  <a:pt x="1382539" y="2195869"/>
                  <a:pt x="1226504" y="2220992"/>
                </a:cubicBezTo>
                <a:cubicBezTo>
                  <a:pt x="1070470" y="2246115"/>
                  <a:pt x="784370" y="2200913"/>
                  <a:pt x="613252" y="2220992"/>
                </a:cubicBezTo>
                <a:cubicBezTo>
                  <a:pt x="442134" y="2241071"/>
                  <a:pt x="232966" y="2148767"/>
                  <a:pt x="0" y="2220992"/>
                </a:cubicBezTo>
                <a:cubicBezTo>
                  <a:pt x="-48583" y="2031361"/>
                  <a:pt x="65859" y="1807545"/>
                  <a:pt x="0" y="1643534"/>
                </a:cubicBezTo>
                <a:cubicBezTo>
                  <a:pt x="-65859" y="1479523"/>
                  <a:pt x="30372" y="1267741"/>
                  <a:pt x="0" y="1154916"/>
                </a:cubicBezTo>
                <a:cubicBezTo>
                  <a:pt x="-30372" y="1042091"/>
                  <a:pt x="1807" y="737886"/>
                  <a:pt x="0" y="577458"/>
                </a:cubicBezTo>
                <a:cubicBezTo>
                  <a:pt x="-1807" y="417030"/>
                  <a:pt x="914" y="225408"/>
                  <a:pt x="0" y="0"/>
                </a:cubicBezTo>
                <a:close/>
              </a:path>
              <a:path w="4011930" h="2220992" stroke="0" extrusionOk="0">
                <a:moveTo>
                  <a:pt x="0" y="0"/>
                </a:moveTo>
                <a:cubicBezTo>
                  <a:pt x="258803" y="-39605"/>
                  <a:pt x="458463" y="71816"/>
                  <a:pt x="613252" y="0"/>
                </a:cubicBezTo>
                <a:cubicBezTo>
                  <a:pt x="768041" y="-71816"/>
                  <a:pt x="1095492" y="47920"/>
                  <a:pt x="1266624" y="0"/>
                </a:cubicBezTo>
                <a:cubicBezTo>
                  <a:pt x="1437756" y="-47920"/>
                  <a:pt x="1686408" y="8204"/>
                  <a:pt x="1879876" y="0"/>
                </a:cubicBezTo>
                <a:cubicBezTo>
                  <a:pt x="2073344" y="-8204"/>
                  <a:pt x="2321729" y="46777"/>
                  <a:pt x="2533247" y="0"/>
                </a:cubicBezTo>
                <a:cubicBezTo>
                  <a:pt x="2744765" y="-46777"/>
                  <a:pt x="2901037" y="15812"/>
                  <a:pt x="3106380" y="0"/>
                </a:cubicBezTo>
                <a:cubicBezTo>
                  <a:pt x="3311723" y="-15812"/>
                  <a:pt x="3645741" y="38378"/>
                  <a:pt x="4011930" y="0"/>
                </a:cubicBezTo>
                <a:cubicBezTo>
                  <a:pt x="4044459" y="199848"/>
                  <a:pt x="4005943" y="322140"/>
                  <a:pt x="4011930" y="533038"/>
                </a:cubicBezTo>
                <a:cubicBezTo>
                  <a:pt x="4017917" y="743936"/>
                  <a:pt x="4007424" y="837595"/>
                  <a:pt x="4011930" y="1021656"/>
                </a:cubicBezTo>
                <a:cubicBezTo>
                  <a:pt x="4016436" y="1205717"/>
                  <a:pt x="3996421" y="1347767"/>
                  <a:pt x="4011930" y="1532484"/>
                </a:cubicBezTo>
                <a:cubicBezTo>
                  <a:pt x="4027439" y="1717201"/>
                  <a:pt x="4010691" y="1981464"/>
                  <a:pt x="4011930" y="2220992"/>
                </a:cubicBezTo>
                <a:cubicBezTo>
                  <a:pt x="3913563" y="2264824"/>
                  <a:pt x="3735453" y="2190362"/>
                  <a:pt x="3559155" y="2220992"/>
                </a:cubicBezTo>
                <a:cubicBezTo>
                  <a:pt x="3382858" y="2251622"/>
                  <a:pt x="3125288" y="2199253"/>
                  <a:pt x="2905784" y="2220992"/>
                </a:cubicBezTo>
                <a:cubicBezTo>
                  <a:pt x="2686280" y="2242731"/>
                  <a:pt x="2490053" y="2168309"/>
                  <a:pt x="2372770" y="2220992"/>
                </a:cubicBezTo>
                <a:cubicBezTo>
                  <a:pt x="2255487" y="2273675"/>
                  <a:pt x="2027282" y="2200007"/>
                  <a:pt x="1719399" y="2220992"/>
                </a:cubicBezTo>
                <a:cubicBezTo>
                  <a:pt x="1411516" y="2241977"/>
                  <a:pt x="1427628" y="2167243"/>
                  <a:pt x="1146266" y="2220992"/>
                </a:cubicBezTo>
                <a:cubicBezTo>
                  <a:pt x="864904" y="2274741"/>
                  <a:pt x="724424" y="2219447"/>
                  <a:pt x="573133" y="2220992"/>
                </a:cubicBezTo>
                <a:cubicBezTo>
                  <a:pt x="421842" y="2222537"/>
                  <a:pt x="198856" y="2178404"/>
                  <a:pt x="0" y="2220992"/>
                </a:cubicBezTo>
                <a:cubicBezTo>
                  <a:pt x="-30997" y="2087912"/>
                  <a:pt x="35833" y="1936882"/>
                  <a:pt x="0" y="1710164"/>
                </a:cubicBezTo>
                <a:cubicBezTo>
                  <a:pt x="-35833" y="1483446"/>
                  <a:pt x="41686" y="1402863"/>
                  <a:pt x="0" y="1154916"/>
                </a:cubicBezTo>
                <a:cubicBezTo>
                  <a:pt x="-41686" y="906969"/>
                  <a:pt x="26126" y="714487"/>
                  <a:pt x="0" y="577458"/>
                </a:cubicBezTo>
                <a:cubicBezTo>
                  <a:pt x="-26126" y="440429"/>
                  <a:pt x="64802" y="147048"/>
                  <a:pt x="0" y="0"/>
                </a:cubicBezTo>
                <a:close/>
              </a:path>
            </a:pathLst>
          </a:custGeom>
          <a:solidFill>
            <a:srgbClr val="FEF7E0"/>
          </a:solidFill>
          <a:ln>
            <a:solidFill>
              <a:schemeClr val="tx1"/>
            </a:solidFill>
            <a:extLst>
              <a:ext uri="{C807C97D-BFC1-408E-A445-0C87EB9F89A2}">
                <ask:lineSketchStyleProps xmlns:ask="http://schemas.microsoft.com/office/drawing/2018/sketchyshapes" sd="2343225421">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9" name="圖片 8">
            <a:extLst>
              <a:ext uri="{FF2B5EF4-FFF2-40B4-BE49-F238E27FC236}">
                <a16:creationId xmlns:a16="http://schemas.microsoft.com/office/drawing/2014/main" id="{C227D8EF-52DD-140C-2623-F72D94F3AD02}"/>
              </a:ext>
            </a:extLst>
          </p:cNvPr>
          <p:cNvPicPr>
            <a:picLocks noChangeAspect="1"/>
          </p:cNvPicPr>
          <p:nvPr/>
        </p:nvPicPr>
        <p:blipFill>
          <a:blip r:embed="rId6"/>
          <a:stretch>
            <a:fillRect/>
          </a:stretch>
        </p:blipFill>
        <p:spPr>
          <a:xfrm>
            <a:off x="7550740" y="2360210"/>
            <a:ext cx="2213742" cy="1773878"/>
          </a:xfrm>
          <a:prstGeom prst="rect">
            <a:avLst/>
          </a:prstGeom>
        </p:spPr>
      </p:pic>
    </p:spTree>
    <p:extLst>
      <p:ext uri="{BB962C8B-B14F-4D97-AF65-F5344CB8AC3E}">
        <p14:creationId xmlns:p14="http://schemas.microsoft.com/office/powerpoint/2010/main" val="4094052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A61D590-EC41-5DFA-681E-1603FF2CC62E}"/>
            </a:ext>
          </a:extLst>
        </p:cNvPr>
        <p:cNvGrpSpPr/>
        <p:nvPr/>
      </p:nvGrpSpPr>
      <p:grpSpPr>
        <a:xfrm>
          <a:off x="0" y="0"/>
          <a:ext cx="0" cy="0"/>
          <a:chOff x="0" y="0"/>
          <a:chExt cx="0" cy="0"/>
        </a:xfrm>
      </p:grpSpPr>
    </p:spTree>
    <p:extLst>
      <p:ext uri="{BB962C8B-B14F-4D97-AF65-F5344CB8AC3E}">
        <p14:creationId xmlns:p14="http://schemas.microsoft.com/office/powerpoint/2010/main" val="2221939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E192BDCC-8B63-3E37-33A7-A15E622A4C05}"/>
              </a:ext>
            </a:extLst>
          </p:cNvPr>
          <p:cNvPicPr>
            <a:picLocks noChangeAspect="1"/>
          </p:cNvPicPr>
          <p:nvPr/>
        </p:nvPicPr>
        <p:blipFill>
          <a:blip r:embed="rId4"/>
          <a:stretch>
            <a:fillRect/>
          </a:stretch>
        </p:blipFill>
        <p:spPr>
          <a:xfrm>
            <a:off x="8377576" y="1535464"/>
            <a:ext cx="2213742" cy="1773878"/>
          </a:xfrm>
          <a:prstGeom prst="rect">
            <a:avLst/>
          </a:prstGeom>
        </p:spPr>
      </p:pic>
      <p:sp>
        <p:nvSpPr>
          <p:cNvPr id="4" name="矩形 3">
            <a:extLst>
              <a:ext uri="{FF2B5EF4-FFF2-40B4-BE49-F238E27FC236}">
                <a16:creationId xmlns:a16="http://schemas.microsoft.com/office/drawing/2014/main" id="{DE0F9904-46C3-181C-903C-B23D40DD1D13}"/>
              </a:ext>
            </a:extLst>
          </p:cNvPr>
          <p:cNvSpPr/>
          <p:nvPr/>
        </p:nvSpPr>
        <p:spPr>
          <a:xfrm>
            <a:off x="914400" y="1623060"/>
            <a:ext cx="205740" cy="194310"/>
          </a:xfrm>
          <a:prstGeom prst="rect">
            <a:avLst/>
          </a:prstGeom>
          <a:solidFill>
            <a:srgbClr val="FEF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8" name="群組 7">
            <a:extLst>
              <a:ext uri="{FF2B5EF4-FFF2-40B4-BE49-F238E27FC236}">
                <a16:creationId xmlns:a16="http://schemas.microsoft.com/office/drawing/2014/main" id="{870FEFE7-9AF7-92CA-312F-3AE7069DB055}"/>
              </a:ext>
            </a:extLst>
          </p:cNvPr>
          <p:cNvGrpSpPr/>
          <p:nvPr/>
        </p:nvGrpSpPr>
        <p:grpSpPr>
          <a:xfrm>
            <a:off x="845820" y="2552700"/>
            <a:ext cx="285750" cy="285750"/>
            <a:chOff x="845820" y="2552700"/>
            <a:chExt cx="285750" cy="285750"/>
          </a:xfrm>
        </p:grpSpPr>
        <p:sp>
          <p:nvSpPr>
            <p:cNvPr id="5" name="矩形 4">
              <a:extLst>
                <a:ext uri="{FF2B5EF4-FFF2-40B4-BE49-F238E27FC236}">
                  <a16:creationId xmlns:a16="http://schemas.microsoft.com/office/drawing/2014/main" id="{791F55CC-69CD-050F-A59F-7FBD47F89BED}"/>
                </a:ext>
              </a:extLst>
            </p:cNvPr>
            <p:cNvSpPr/>
            <p:nvPr/>
          </p:nvSpPr>
          <p:spPr>
            <a:xfrm>
              <a:off x="925830" y="2598420"/>
              <a:ext cx="125730" cy="194310"/>
            </a:xfrm>
            <a:prstGeom prst="rect">
              <a:avLst/>
            </a:prstGeom>
            <a:solidFill>
              <a:srgbClr val="FEF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 name="乘號 5">
              <a:extLst>
                <a:ext uri="{FF2B5EF4-FFF2-40B4-BE49-F238E27FC236}">
                  <a16:creationId xmlns:a16="http://schemas.microsoft.com/office/drawing/2014/main" id="{6BCCF257-DE9F-E42F-FBA1-5D9D6398C397}"/>
                </a:ext>
              </a:extLst>
            </p:cNvPr>
            <p:cNvSpPr/>
            <p:nvPr/>
          </p:nvSpPr>
          <p:spPr>
            <a:xfrm>
              <a:off x="845820" y="2552700"/>
              <a:ext cx="285750" cy="285750"/>
            </a:xfrm>
            <a:prstGeom prst="mathMultiply">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dirty="0"/>
            </a:p>
          </p:txBody>
        </p:sp>
      </p:grpSp>
      <p:sp>
        <p:nvSpPr>
          <p:cNvPr id="7" name="減號 6">
            <a:extLst>
              <a:ext uri="{FF2B5EF4-FFF2-40B4-BE49-F238E27FC236}">
                <a16:creationId xmlns:a16="http://schemas.microsoft.com/office/drawing/2014/main" id="{ED0C4982-10B9-0A8A-7B50-BBCB8E67F2F9}"/>
              </a:ext>
            </a:extLst>
          </p:cNvPr>
          <p:cNvSpPr/>
          <p:nvPr/>
        </p:nvSpPr>
        <p:spPr>
          <a:xfrm>
            <a:off x="891540" y="1577340"/>
            <a:ext cx="240030" cy="240030"/>
          </a:xfrm>
          <a:prstGeom prst="mathMinus">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4" name="群組 3">
            <a:extLst>
              <a:ext uri="{FF2B5EF4-FFF2-40B4-BE49-F238E27FC236}">
                <a16:creationId xmlns:a16="http://schemas.microsoft.com/office/drawing/2014/main" id="{0CFB8F61-EFCF-54F6-5744-B032DA6DE11B}"/>
              </a:ext>
            </a:extLst>
          </p:cNvPr>
          <p:cNvGrpSpPr/>
          <p:nvPr/>
        </p:nvGrpSpPr>
        <p:grpSpPr>
          <a:xfrm>
            <a:off x="882015" y="2558415"/>
            <a:ext cx="240030" cy="240030"/>
            <a:chOff x="891540" y="1577340"/>
            <a:chExt cx="240030" cy="240030"/>
          </a:xfrm>
        </p:grpSpPr>
        <p:sp>
          <p:nvSpPr>
            <p:cNvPr id="2" name="矩形 1">
              <a:extLst>
                <a:ext uri="{FF2B5EF4-FFF2-40B4-BE49-F238E27FC236}">
                  <a16:creationId xmlns:a16="http://schemas.microsoft.com/office/drawing/2014/main" id="{DADA97A2-D401-16F1-DA1C-11715C72B04D}"/>
                </a:ext>
              </a:extLst>
            </p:cNvPr>
            <p:cNvSpPr/>
            <p:nvPr/>
          </p:nvSpPr>
          <p:spPr>
            <a:xfrm>
              <a:off x="914400" y="1623060"/>
              <a:ext cx="205740" cy="194310"/>
            </a:xfrm>
            <a:prstGeom prst="rect">
              <a:avLst/>
            </a:prstGeom>
            <a:solidFill>
              <a:srgbClr val="FEF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減號 2">
              <a:extLst>
                <a:ext uri="{FF2B5EF4-FFF2-40B4-BE49-F238E27FC236}">
                  <a16:creationId xmlns:a16="http://schemas.microsoft.com/office/drawing/2014/main" id="{71E6C287-0CE8-1E22-779F-02080B25498E}"/>
                </a:ext>
              </a:extLst>
            </p:cNvPr>
            <p:cNvSpPr/>
            <p:nvPr/>
          </p:nvSpPr>
          <p:spPr>
            <a:xfrm>
              <a:off x="891540" y="1577340"/>
              <a:ext cx="240030" cy="240030"/>
            </a:xfrm>
            <a:prstGeom prst="mathMinus">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dirty="0"/>
            </a:p>
          </p:txBody>
        </p:sp>
      </p:grpSp>
      <p:grpSp>
        <p:nvGrpSpPr>
          <p:cNvPr id="8" name="群組 7">
            <a:extLst>
              <a:ext uri="{FF2B5EF4-FFF2-40B4-BE49-F238E27FC236}">
                <a16:creationId xmlns:a16="http://schemas.microsoft.com/office/drawing/2014/main" id="{CBCDBBFD-684A-EE1F-C550-DDD6FCB12FE0}"/>
              </a:ext>
            </a:extLst>
          </p:cNvPr>
          <p:cNvGrpSpPr/>
          <p:nvPr/>
        </p:nvGrpSpPr>
        <p:grpSpPr>
          <a:xfrm>
            <a:off x="851535" y="3916681"/>
            <a:ext cx="285750" cy="285750"/>
            <a:chOff x="845820" y="2552700"/>
            <a:chExt cx="285750" cy="285750"/>
          </a:xfrm>
        </p:grpSpPr>
        <p:sp>
          <p:nvSpPr>
            <p:cNvPr id="9" name="矩形 8">
              <a:extLst>
                <a:ext uri="{FF2B5EF4-FFF2-40B4-BE49-F238E27FC236}">
                  <a16:creationId xmlns:a16="http://schemas.microsoft.com/office/drawing/2014/main" id="{C7DFA3E4-3507-7F75-2446-139F7335F926}"/>
                </a:ext>
              </a:extLst>
            </p:cNvPr>
            <p:cNvSpPr/>
            <p:nvPr/>
          </p:nvSpPr>
          <p:spPr>
            <a:xfrm>
              <a:off x="925830" y="2598420"/>
              <a:ext cx="125730" cy="194310"/>
            </a:xfrm>
            <a:prstGeom prst="rect">
              <a:avLst/>
            </a:prstGeom>
            <a:solidFill>
              <a:srgbClr val="FEF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乘號 9">
              <a:extLst>
                <a:ext uri="{FF2B5EF4-FFF2-40B4-BE49-F238E27FC236}">
                  <a16:creationId xmlns:a16="http://schemas.microsoft.com/office/drawing/2014/main" id="{DAE16B0D-512B-8E27-E691-88EBF9A7B006}"/>
                </a:ext>
              </a:extLst>
            </p:cNvPr>
            <p:cNvSpPr/>
            <p:nvPr/>
          </p:nvSpPr>
          <p:spPr>
            <a:xfrm>
              <a:off x="845820" y="2552700"/>
              <a:ext cx="285750" cy="285750"/>
            </a:xfrm>
            <a:prstGeom prst="mathMultiply">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dirty="0"/>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8466F04D-3249-3273-2251-3FF9D94D3BBC}"/>
              </a:ext>
            </a:extLst>
          </p:cNvPr>
          <p:cNvPicPr>
            <a:picLocks noChangeAspect="1"/>
          </p:cNvPicPr>
          <p:nvPr/>
        </p:nvPicPr>
        <p:blipFill>
          <a:blip r:embed="rId4"/>
          <a:stretch>
            <a:fillRect/>
          </a:stretch>
        </p:blipFill>
        <p:spPr>
          <a:xfrm>
            <a:off x="2195391" y="2951608"/>
            <a:ext cx="1743318" cy="2715004"/>
          </a:xfrm>
          <a:prstGeom prst="rect">
            <a:avLst/>
          </a:prstGeom>
        </p:spPr>
      </p:pic>
      <p:cxnSp>
        <p:nvCxnSpPr>
          <p:cNvPr id="4" name="直線單箭頭接點 3">
            <a:extLst>
              <a:ext uri="{FF2B5EF4-FFF2-40B4-BE49-F238E27FC236}">
                <a16:creationId xmlns:a16="http://schemas.microsoft.com/office/drawing/2014/main" id="{2729E0F0-5428-04C9-DC39-6A65C704F278}"/>
              </a:ext>
            </a:extLst>
          </p:cNvPr>
          <p:cNvCxnSpPr>
            <a:cxnSpLocks/>
            <a:stCxn id="3" idx="3"/>
            <a:endCxn id="6" idx="1"/>
          </p:cNvCxnSpPr>
          <p:nvPr/>
        </p:nvCxnSpPr>
        <p:spPr>
          <a:xfrm>
            <a:off x="3938709" y="4309110"/>
            <a:ext cx="231300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0" name="群組 9">
            <a:extLst>
              <a:ext uri="{FF2B5EF4-FFF2-40B4-BE49-F238E27FC236}">
                <a16:creationId xmlns:a16="http://schemas.microsoft.com/office/drawing/2014/main" id="{D33E2C09-6EB0-0928-3045-BD3E55B4810C}"/>
              </a:ext>
            </a:extLst>
          </p:cNvPr>
          <p:cNvGrpSpPr/>
          <p:nvPr/>
        </p:nvGrpSpPr>
        <p:grpSpPr>
          <a:xfrm>
            <a:off x="6251715" y="2951608"/>
            <a:ext cx="1743318" cy="2715004"/>
            <a:chOff x="6251715" y="2951608"/>
            <a:chExt cx="1743318" cy="2715004"/>
          </a:xfrm>
        </p:grpSpPr>
        <p:pic>
          <p:nvPicPr>
            <p:cNvPr id="6" name="圖片 5">
              <a:extLst>
                <a:ext uri="{FF2B5EF4-FFF2-40B4-BE49-F238E27FC236}">
                  <a16:creationId xmlns:a16="http://schemas.microsoft.com/office/drawing/2014/main" id="{601CB10E-9D7F-4F30-DA1A-6D8E3D1BA0A8}"/>
                </a:ext>
              </a:extLst>
            </p:cNvPr>
            <p:cNvPicPr>
              <a:picLocks noChangeAspect="1"/>
            </p:cNvPicPr>
            <p:nvPr/>
          </p:nvPicPr>
          <p:blipFill>
            <a:blip r:embed="rId4"/>
            <a:stretch>
              <a:fillRect/>
            </a:stretch>
          </p:blipFill>
          <p:spPr>
            <a:xfrm>
              <a:off x="6251715" y="2951608"/>
              <a:ext cx="1743318" cy="2715004"/>
            </a:xfrm>
            <a:prstGeom prst="rect">
              <a:avLst/>
            </a:prstGeom>
          </p:spPr>
        </p:pic>
        <p:sp>
          <p:nvSpPr>
            <p:cNvPr id="7" name="文字方塊 6">
              <a:extLst>
                <a:ext uri="{FF2B5EF4-FFF2-40B4-BE49-F238E27FC236}">
                  <a16:creationId xmlns:a16="http://schemas.microsoft.com/office/drawing/2014/main" id="{4D16E85F-BDAC-4393-153B-C9EDD4F27C23}"/>
                </a:ext>
              </a:extLst>
            </p:cNvPr>
            <p:cNvSpPr txBox="1"/>
            <p:nvPr/>
          </p:nvSpPr>
          <p:spPr>
            <a:xfrm>
              <a:off x="6727133" y="4048776"/>
              <a:ext cx="868681" cy="307777"/>
            </a:xfrm>
            <a:prstGeom prst="rect">
              <a:avLst/>
            </a:prstGeom>
            <a:solidFill>
              <a:srgbClr val="FEF7E0"/>
            </a:solidFill>
          </p:spPr>
          <p:txBody>
            <a:bodyPr wrap="square" rtlCol="0">
              <a:spAutoFit/>
            </a:bodyPr>
            <a:lstStyle/>
            <a:p>
              <a:r>
                <a:rPr lang="zh-TW" altLang="en-US" sz="1400" b="1" dirty="0">
                  <a:solidFill>
                    <a:srgbClr val="9AA6A4"/>
                  </a:solidFill>
                  <a:latin typeface="微軟正黑體" panose="020B0604030504040204" pitchFamily="34" charset="-120"/>
                  <a:ea typeface="微軟正黑體" panose="020B0604030504040204" pitchFamily="34" charset="-120"/>
                </a:rPr>
                <a:t>我到了</a:t>
              </a:r>
            </a:p>
          </p:txBody>
        </p:sp>
      </p:grpSp>
      <p:sp>
        <p:nvSpPr>
          <p:cNvPr id="11" name="矩形: 圓角 10">
            <a:extLst>
              <a:ext uri="{FF2B5EF4-FFF2-40B4-BE49-F238E27FC236}">
                <a16:creationId xmlns:a16="http://schemas.microsoft.com/office/drawing/2014/main" id="{AB927503-0872-8D89-7E0D-973042F75FF1}"/>
              </a:ext>
            </a:extLst>
          </p:cNvPr>
          <p:cNvSpPr/>
          <p:nvPr/>
        </p:nvSpPr>
        <p:spPr>
          <a:xfrm>
            <a:off x="2684145" y="3979779"/>
            <a:ext cx="765810" cy="44577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圓角 14">
            <a:extLst>
              <a:ext uri="{FF2B5EF4-FFF2-40B4-BE49-F238E27FC236}">
                <a16:creationId xmlns:a16="http://schemas.microsoft.com/office/drawing/2014/main" id="{558858EA-B4E9-250F-564B-4712A60CFCFF}"/>
              </a:ext>
            </a:extLst>
          </p:cNvPr>
          <p:cNvSpPr/>
          <p:nvPr/>
        </p:nvSpPr>
        <p:spPr>
          <a:xfrm>
            <a:off x="6740469" y="3979779"/>
            <a:ext cx="765810" cy="44577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178</TotalTime>
  <Words>1015</Words>
  <Application>Microsoft Office PowerPoint</Application>
  <PresentationFormat>寬螢幕</PresentationFormat>
  <Paragraphs>77</Paragraphs>
  <Slides>19</Slides>
  <Notes>19</Notes>
  <HiddenSlides>0</HiddenSlides>
  <MMClips>0</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19</vt:i4>
      </vt:variant>
    </vt:vector>
  </HeadingPairs>
  <TitlesOfParts>
    <vt:vector size="22" baseType="lpstr">
      <vt:lpstr>微軟正黑體</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智慧輸入法開發分析</dc:title>
  <dc:subject>PptxGenJS Presentation</dc:subject>
  <dc:creator>Created by Marp</dc:creator>
  <cp:lastModifiedBy>黃暄惠</cp:lastModifiedBy>
  <cp:revision>2</cp:revision>
  <dcterms:created xsi:type="dcterms:W3CDTF">2025-10-03T01:53:30Z</dcterms:created>
  <dcterms:modified xsi:type="dcterms:W3CDTF">2025-10-28T08:56:42Z</dcterms:modified>
</cp:coreProperties>
</file>